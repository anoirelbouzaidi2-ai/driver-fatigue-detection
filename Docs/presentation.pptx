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6"/>
  </p:notesMasterIdLst>
  <p:sldIdLst>
    <p:sldId id="599" r:id="rId2"/>
    <p:sldId id="597" r:id="rId3"/>
    <p:sldId id="607" r:id="rId4"/>
    <p:sldId id="608" r:id="rId5"/>
    <p:sldId id="614" r:id="rId6"/>
    <p:sldId id="601" r:id="rId7"/>
    <p:sldId id="620" r:id="rId8"/>
    <p:sldId id="623" r:id="rId9"/>
    <p:sldId id="622" r:id="rId10"/>
    <p:sldId id="624" r:id="rId11"/>
    <p:sldId id="621" r:id="rId12"/>
    <p:sldId id="610" r:id="rId13"/>
    <p:sldId id="602" r:id="rId14"/>
    <p:sldId id="611" r:id="rId15"/>
    <p:sldId id="609" r:id="rId16"/>
    <p:sldId id="605" r:id="rId17"/>
    <p:sldId id="606" r:id="rId18"/>
    <p:sldId id="616" r:id="rId19"/>
    <p:sldId id="617" r:id="rId20"/>
    <p:sldId id="625" r:id="rId21"/>
    <p:sldId id="626" r:id="rId22"/>
    <p:sldId id="618" r:id="rId23"/>
    <p:sldId id="619" r:id="rId24"/>
    <p:sldId id="265" r:id="rId25"/>
  </p:sldIdLst>
  <p:sldSz cx="9144000" cy="5143500" type="screen16x9"/>
  <p:notesSz cx="6858000" cy="9144000"/>
  <p:embeddedFontLst>
    <p:embeddedFont>
      <p:font typeface="Bebas Neue" panose="020B0606020202050201" pitchFamily="34" charset="0"/>
      <p:regular r:id="rId27"/>
    </p:embeddedFont>
    <p:embeddedFont>
      <p:font typeface="Mulish" panose="020B0604020202020204"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Raleway Black" pitchFamily="2" charset="0"/>
      <p:bold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B3E30594-9BCF-44B7-AB19-81E491FF3413}">
          <p14:sldIdLst>
            <p14:sldId id="599"/>
            <p14:sldId id="597"/>
            <p14:sldId id="607"/>
            <p14:sldId id="608"/>
            <p14:sldId id="614"/>
            <p14:sldId id="601"/>
            <p14:sldId id="620"/>
            <p14:sldId id="623"/>
            <p14:sldId id="622"/>
            <p14:sldId id="624"/>
            <p14:sldId id="621"/>
            <p14:sldId id="610"/>
            <p14:sldId id="602"/>
            <p14:sldId id="611"/>
            <p14:sldId id="609"/>
            <p14:sldId id="605"/>
            <p14:sldId id="606"/>
            <p14:sldId id="616"/>
            <p14:sldId id="617"/>
            <p14:sldId id="625"/>
            <p14:sldId id="626"/>
            <p14:sldId id="618"/>
            <p14:sldId id="619"/>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 BOUZAIDI ANOUAR" initials="EBA" lastIdx="3" clrIdx="0">
    <p:extLst>
      <p:ext uri="{19B8F6BF-5375-455C-9EA6-DF929625EA0E}">
        <p15:presenceInfo xmlns:p15="http://schemas.microsoft.com/office/powerpoint/2012/main" userId="EL BOUZAIDI ANOUA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261F"/>
    <a:srgbClr val="F95206"/>
    <a:srgbClr val="FF7400"/>
    <a:srgbClr val="FFA100"/>
    <a:srgbClr val="FFC202"/>
    <a:srgbClr val="A00627"/>
    <a:srgbClr val="D3D3D3"/>
    <a:srgbClr val="571022"/>
    <a:srgbClr val="DEDCD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4D020C-BE97-4B46-BF20-9C7C7744E66D}">
  <a:tblStyle styleId="{DB4D020C-BE97-4B46-BF20-9C7C7744E6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1408173-E36A-4351-BF89-FD8D4304506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56828" autoAdjust="0"/>
    <p:restoredTop sz="92415" autoAdjust="0"/>
  </p:normalViewPr>
  <p:slideViewPr>
    <p:cSldViewPr snapToGrid="0">
      <p:cViewPr varScale="1">
        <p:scale>
          <a:sx n="101" d="100"/>
          <a:sy n="101" d="100"/>
        </p:scale>
        <p:origin x="154" y="72"/>
      </p:cViewPr>
      <p:guideLst/>
    </p:cSldViewPr>
  </p:slideViewPr>
  <p:outlineViewPr>
    <p:cViewPr>
      <p:scale>
        <a:sx n="33" d="100"/>
        <a:sy n="33" d="100"/>
      </p:scale>
      <p:origin x="0" y="0"/>
    </p:cViewPr>
  </p:outlineViewPr>
  <p:notesTextViewPr>
    <p:cViewPr>
      <p:scale>
        <a:sx n="202" d="100"/>
        <a:sy n="202" d="100"/>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000" dirty="0"/>
          </a:p>
        </p:txBody>
      </p:sp>
    </p:spTree>
    <p:extLst>
      <p:ext uri="{BB962C8B-B14F-4D97-AF65-F5344CB8AC3E}">
        <p14:creationId xmlns:p14="http://schemas.microsoft.com/office/powerpoint/2010/main" val="218217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endParaRPr lang="fr-FR" sz="2000" dirty="0"/>
          </a:p>
        </p:txBody>
      </p:sp>
    </p:spTree>
    <p:extLst>
      <p:ext uri="{BB962C8B-B14F-4D97-AF65-F5344CB8AC3E}">
        <p14:creationId xmlns:p14="http://schemas.microsoft.com/office/powerpoint/2010/main" val="65893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000" dirty="0"/>
              <a:t>La fatigue au volant est aujourd’hui l’une des causes principales d’accidents graves sur la </a:t>
            </a:r>
            <a:r>
              <a:rPr lang="fr-FR" sz="2000" dirty="0" err="1"/>
              <a:t>route.Elle</a:t>
            </a:r>
            <a:r>
              <a:rPr lang="fr-FR" sz="2000" dirty="0"/>
              <a:t> réduit fortement l’attention, le temps de réaction et la capacité de décision du </a:t>
            </a:r>
            <a:r>
              <a:rPr lang="fr-FR" sz="2000" dirty="0" err="1"/>
              <a:t>conducteur.Quand</a:t>
            </a:r>
            <a:r>
              <a:rPr lang="fr-FR" sz="2000" dirty="0"/>
              <a:t> une personne est fatiguée, elle peut faire des erreurs de conduite sans même s’en rendre compte… Et ça peut rapidement devenir dramatique, surtout sur autoroute ou la nuit.</a:t>
            </a:r>
            <a:endParaRPr sz="2000" dirty="0"/>
          </a:p>
        </p:txBody>
      </p:sp>
    </p:spTree>
    <p:extLst>
      <p:ext uri="{BB962C8B-B14F-4D97-AF65-F5344CB8AC3E}">
        <p14:creationId xmlns:p14="http://schemas.microsoft.com/office/powerpoint/2010/main" val="1017552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000" dirty="0"/>
          </a:p>
        </p:txBody>
      </p:sp>
    </p:spTree>
    <p:extLst>
      <p:ext uri="{BB962C8B-B14F-4D97-AF65-F5344CB8AC3E}">
        <p14:creationId xmlns:p14="http://schemas.microsoft.com/office/powerpoint/2010/main" val="3863937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000" dirty="0">
              <a:highlight>
                <a:srgbClr val="FFFF00"/>
              </a:highlight>
            </a:endParaRPr>
          </a:p>
        </p:txBody>
      </p:sp>
    </p:spTree>
    <p:extLst>
      <p:ext uri="{BB962C8B-B14F-4D97-AF65-F5344CB8AC3E}">
        <p14:creationId xmlns:p14="http://schemas.microsoft.com/office/powerpoint/2010/main" val="2168715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sz="2000" dirty="0"/>
          </a:p>
        </p:txBody>
      </p:sp>
    </p:spTree>
    <p:extLst>
      <p:ext uri="{BB962C8B-B14F-4D97-AF65-F5344CB8AC3E}">
        <p14:creationId xmlns:p14="http://schemas.microsoft.com/office/powerpoint/2010/main" val="1490585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3297350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1187220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2014974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84307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791200" cy="130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400243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fr-FR" sz="1800" dirty="0"/>
          </a:p>
        </p:txBody>
      </p:sp>
    </p:spTree>
    <p:extLst>
      <p:ext uri="{BB962C8B-B14F-4D97-AF65-F5344CB8AC3E}">
        <p14:creationId xmlns:p14="http://schemas.microsoft.com/office/powerpoint/2010/main" val="3982940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1301686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fr-FR" sz="2400" dirty="0"/>
          </a:p>
        </p:txBody>
      </p:sp>
    </p:spTree>
    <p:extLst>
      <p:ext uri="{BB962C8B-B14F-4D97-AF65-F5344CB8AC3E}">
        <p14:creationId xmlns:p14="http://schemas.microsoft.com/office/powerpoint/2010/main" val="2585989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fr-FR" sz="2000" dirty="0"/>
          </a:p>
        </p:txBody>
      </p:sp>
    </p:spTree>
    <p:extLst>
      <p:ext uri="{BB962C8B-B14F-4D97-AF65-F5344CB8AC3E}">
        <p14:creationId xmlns:p14="http://schemas.microsoft.com/office/powerpoint/2010/main" val="228224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dirty="0"/>
          </a:p>
        </p:txBody>
      </p:sp>
    </p:spTree>
    <p:extLst>
      <p:ext uri="{BB962C8B-B14F-4D97-AF65-F5344CB8AC3E}">
        <p14:creationId xmlns:p14="http://schemas.microsoft.com/office/powerpoint/2010/main" val="75508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dirty="0"/>
          </a:p>
        </p:txBody>
      </p:sp>
    </p:spTree>
    <p:extLst>
      <p:ext uri="{BB962C8B-B14F-4D97-AF65-F5344CB8AC3E}">
        <p14:creationId xmlns:p14="http://schemas.microsoft.com/office/powerpoint/2010/main" val="344327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685800" y="8001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fr-FR" sz="2000" dirty="0"/>
          </a:p>
        </p:txBody>
      </p:sp>
    </p:spTree>
    <p:extLst>
      <p:ext uri="{BB962C8B-B14F-4D97-AF65-F5344CB8AC3E}">
        <p14:creationId xmlns:p14="http://schemas.microsoft.com/office/powerpoint/2010/main" val="3276951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fr-FR" sz="1600" dirty="0"/>
          </a:p>
        </p:txBody>
      </p:sp>
    </p:spTree>
    <p:extLst>
      <p:ext uri="{BB962C8B-B14F-4D97-AF65-F5344CB8AC3E}">
        <p14:creationId xmlns:p14="http://schemas.microsoft.com/office/powerpoint/2010/main" val="3338030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fr-FR" sz="1800" dirty="0"/>
          </a:p>
        </p:txBody>
      </p:sp>
    </p:spTree>
    <p:extLst>
      <p:ext uri="{BB962C8B-B14F-4D97-AF65-F5344CB8AC3E}">
        <p14:creationId xmlns:p14="http://schemas.microsoft.com/office/powerpoint/2010/main" val="1491100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90563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5579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sz="1200" dirty="0"/>
          </a:p>
        </p:txBody>
      </p:sp>
    </p:spTree>
    <p:extLst>
      <p:ext uri="{BB962C8B-B14F-4D97-AF65-F5344CB8AC3E}">
        <p14:creationId xmlns:p14="http://schemas.microsoft.com/office/powerpoint/2010/main" val="2041882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657375" y="2246125"/>
            <a:ext cx="3352500" cy="16206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4657375" y="1186225"/>
            <a:ext cx="3352500" cy="1059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 name="Google Shape;24;p3"/>
          <p:cNvSpPr>
            <a:spLocks noGrp="1"/>
          </p:cNvSpPr>
          <p:nvPr>
            <p:ph type="pic" idx="3"/>
          </p:nvPr>
        </p:nvSpPr>
        <p:spPr>
          <a:xfrm>
            <a:off x="713225" y="539500"/>
            <a:ext cx="2888400" cy="4064400"/>
          </a:xfrm>
          <a:prstGeom prst="rect">
            <a:avLst/>
          </a:prstGeom>
          <a:noFill/>
          <a:ln>
            <a:noFill/>
          </a:ln>
        </p:spPr>
      </p:sp>
      <p:grpSp>
        <p:nvGrpSpPr>
          <p:cNvPr id="25" name="Google Shape;25;p3"/>
          <p:cNvGrpSpPr/>
          <p:nvPr/>
        </p:nvGrpSpPr>
        <p:grpSpPr>
          <a:xfrm>
            <a:off x="8572297" y="143093"/>
            <a:ext cx="397498" cy="396399"/>
            <a:chOff x="11168655" y="2215768"/>
            <a:chExt cx="397498" cy="396399"/>
          </a:xfrm>
        </p:grpSpPr>
        <p:sp>
          <p:nvSpPr>
            <p:cNvPr id="26" name="Google Shape;26;p3"/>
            <p:cNvSpPr/>
            <p:nvPr/>
          </p:nvSpPr>
          <p:spPr>
            <a:xfrm flipH="1">
              <a:off x="11168655" y="2215768"/>
              <a:ext cx="198209" cy="198199"/>
            </a:xfrm>
            <a:custGeom>
              <a:avLst/>
              <a:gdLst/>
              <a:ahLst/>
              <a:cxnLst/>
              <a:rect l="l" t="t" r="r" b="b"/>
              <a:pathLst>
                <a:path w="3752" h="3752" extrusionOk="0">
                  <a:moveTo>
                    <a:pt x="1" y="0"/>
                  </a:moveTo>
                  <a:lnTo>
                    <a:pt x="1" y="3751"/>
                  </a:lnTo>
                  <a:lnTo>
                    <a:pt x="3751" y="3751"/>
                  </a:lnTo>
                  <a:lnTo>
                    <a:pt x="37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flipH="1">
              <a:off x="11366887" y="2413968"/>
              <a:ext cx="199265" cy="198199"/>
            </a:xfrm>
            <a:custGeom>
              <a:avLst/>
              <a:gdLst/>
              <a:ahLst/>
              <a:cxnLst/>
              <a:rect l="l" t="t" r="r" b="b"/>
              <a:pathLst>
                <a:path w="3772" h="3752" extrusionOk="0">
                  <a:moveTo>
                    <a:pt x="1" y="0"/>
                  </a:moveTo>
                  <a:lnTo>
                    <a:pt x="1" y="3751"/>
                  </a:lnTo>
                  <a:lnTo>
                    <a:pt x="3771" y="3751"/>
                  </a:lnTo>
                  <a:lnTo>
                    <a:pt x="3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3"/>
          <p:cNvSpPr/>
          <p:nvPr/>
        </p:nvSpPr>
        <p:spPr>
          <a:xfrm rot="10800000" flipH="1">
            <a:off x="4567638" y="4807644"/>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0800000" flipH="1">
            <a:off x="4293525" y="13"/>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7829252" y="3834174"/>
            <a:ext cx="1309867" cy="1309329"/>
          </a:xfrm>
          <a:custGeom>
            <a:avLst/>
            <a:gdLst/>
            <a:ahLst/>
            <a:cxnLst/>
            <a:rect l="l" t="t" r="r" b="b"/>
            <a:pathLst>
              <a:path w="48703" h="48683" extrusionOk="0">
                <a:moveTo>
                  <a:pt x="48703" y="1"/>
                </a:moveTo>
                <a:cubicBezTo>
                  <a:pt x="44638" y="4046"/>
                  <a:pt x="48290" y="7699"/>
                  <a:pt x="44225" y="11764"/>
                </a:cubicBezTo>
                <a:cubicBezTo>
                  <a:pt x="40180" y="15809"/>
                  <a:pt x="36527" y="12156"/>
                  <a:pt x="32462" y="16221"/>
                </a:cubicBezTo>
                <a:cubicBezTo>
                  <a:pt x="28417" y="20286"/>
                  <a:pt x="32050" y="23939"/>
                  <a:pt x="28004" y="27984"/>
                </a:cubicBezTo>
                <a:cubicBezTo>
                  <a:pt x="23939" y="32050"/>
                  <a:pt x="20287" y="28397"/>
                  <a:pt x="16241" y="32462"/>
                </a:cubicBezTo>
                <a:cubicBezTo>
                  <a:pt x="12176" y="36507"/>
                  <a:pt x="15829" y="40160"/>
                  <a:pt x="11764" y="44225"/>
                </a:cubicBezTo>
                <a:cubicBezTo>
                  <a:pt x="7699" y="48290"/>
                  <a:pt x="4066" y="44637"/>
                  <a:pt x="1" y="48683"/>
                </a:cubicBezTo>
                <a:lnTo>
                  <a:pt x="48703" y="48683"/>
                </a:lnTo>
                <a:lnTo>
                  <a:pt x="48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193190" y="4461446"/>
            <a:ext cx="92299" cy="784704"/>
          </a:xfrm>
          <a:custGeom>
            <a:avLst/>
            <a:gdLst/>
            <a:ahLst/>
            <a:cxnLst/>
            <a:rect l="l" t="t" r="r" b="b"/>
            <a:pathLst>
              <a:path w="3005" h="25550" extrusionOk="0">
                <a:moveTo>
                  <a:pt x="0" y="1"/>
                </a:moveTo>
                <a:cubicBezTo>
                  <a:pt x="0" y="1120"/>
                  <a:pt x="727" y="1670"/>
                  <a:pt x="1434" y="2220"/>
                </a:cubicBezTo>
                <a:cubicBezTo>
                  <a:pt x="2121" y="2750"/>
                  <a:pt x="2769" y="3241"/>
                  <a:pt x="2769" y="4242"/>
                </a:cubicBezTo>
                <a:cubicBezTo>
                  <a:pt x="2769" y="5264"/>
                  <a:pt x="2121" y="5755"/>
                  <a:pt x="1434" y="6285"/>
                </a:cubicBezTo>
                <a:cubicBezTo>
                  <a:pt x="727" y="6835"/>
                  <a:pt x="0" y="7384"/>
                  <a:pt x="0" y="8504"/>
                </a:cubicBezTo>
                <a:cubicBezTo>
                  <a:pt x="0" y="9623"/>
                  <a:pt x="727" y="10193"/>
                  <a:pt x="1434" y="10723"/>
                </a:cubicBezTo>
                <a:cubicBezTo>
                  <a:pt x="2121" y="11253"/>
                  <a:pt x="2769" y="11764"/>
                  <a:pt x="2769" y="12765"/>
                </a:cubicBezTo>
                <a:cubicBezTo>
                  <a:pt x="2769" y="13786"/>
                  <a:pt x="2121" y="14277"/>
                  <a:pt x="1434" y="14808"/>
                </a:cubicBezTo>
                <a:cubicBezTo>
                  <a:pt x="727" y="15357"/>
                  <a:pt x="0" y="15907"/>
                  <a:pt x="0" y="17027"/>
                </a:cubicBezTo>
                <a:cubicBezTo>
                  <a:pt x="0" y="18146"/>
                  <a:pt x="727" y="18715"/>
                  <a:pt x="1434" y="19246"/>
                </a:cubicBezTo>
                <a:cubicBezTo>
                  <a:pt x="2121" y="19776"/>
                  <a:pt x="2769" y="20287"/>
                  <a:pt x="2769" y="21288"/>
                </a:cubicBezTo>
                <a:cubicBezTo>
                  <a:pt x="2769" y="22290"/>
                  <a:pt x="2121" y="22800"/>
                  <a:pt x="1434" y="23330"/>
                </a:cubicBezTo>
                <a:cubicBezTo>
                  <a:pt x="727" y="23861"/>
                  <a:pt x="0" y="24430"/>
                  <a:pt x="0" y="25549"/>
                </a:cubicBezTo>
                <a:lnTo>
                  <a:pt x="236" y="25549"/>
                </a:lnTo>
                <a:cubicBezTo>
                  <a:pt x="236" y="24528"/>
                  <a:pt x="884" y="24037"/>
                  <a:pt x="1571" y="23507"/>
                </a:cubicBezTo>
                <a:cubicBezTo>
                  <a:pt x="2278" y="22957"/>
                  <a:pt x="3005" y="22407"/>
                  <a:pt x="3005" y="21288"/>
                </a:cubicBezTo>
                <a:cubicBezTo>
                  <a:pt x="3005" y="20169"/>
                  <a:pt x="2278" y="19599"/>
                  <a:pt x="1571" y="19069"/>
                </a:cubicBezTo>
                <a:cubicBezTo>
                  <a:pt x="884" y="18539"/>
                  <a:pt x="236" y="18028"/>
                  <a:pt x="236" y="17027"/>
                </a:cubicBezTo>
                <a:cubicBezTo>
                  <a:pt x="236" y="16025"/>
                  <a:pt x="884" y="15515"/>
                  <a:pt x="1571" y="14984"/>
                </a:cubicBezTo>
                <a:cubicBezTo>
                  <a:pt x="2278" y="14454"/>
                  <a:pt x="3005" y="13885"/>
                  <a:pt x="3005" y="12765"/>
                </a:cubicBezTo>
                <a:cubicBezTo>
                  <a:pt x="3005" y="11646"/>
                  <a:pt x="2278" y="11096"/>
                  <a:pt x="1571" y="10546"/>
                </a:cubicBezTo>
                <a:cubicBezTo>
                  <a:pt x="884" y="10016"/>
                  <a:pt x="236" y="9525"/>
                  <a:pt x="236" y="8504"/>
                </a:cubicBezTo>
                <a:cubicBezTo>
                  <a:pt x="236" y="7502"/>
                  <a:pt x="884" y="6992"/>
                  <a:pt x="1571" y="6462"/>
                </a:cubicBezTo>
                <a:cubicBezTo>
                  <a:pt x="2278" y="5931"/>
                  <a:pt x="3005" y="5362"/>
                  <a:pt x="3005" y="4242"/>
                </a:cubicBezTo>
                <a:cubicBezTo>
                  <a:pt x="3005" y="3123"/>
                  <a:pt x="2278" y="2573"/>
                  <a:pt x="1571" y="2023"/>
                </a:cubicBezTo>
                <a:cubicBezTo>
                  <a:pt x="884" y="1493"/>
                  <a:pt x="236" y="1002"/>
                  <a:pt x="23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10800000" flipH="1">
            <a:off x="0" y="33"/>
            <a:ext cx="593035" cy="593167"/>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sp>
        <p:nvSpPr>
          <p:cNvPr id="70" name="Google Shape;70;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1" name="Google Shape;71;p8"/>
          <p:cNvSpPr/>
          <p:nvPr/>
        </p:nvSpPr>
        <p:spPr>
          <a:xfrm>
            <a:off x="6890050" y="-14431"/>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a:off x="1" y="4548525"/>
            <a:ext cx="594574" cy="594944"/>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10800000" flipH="1">
            <a:off x="7926051" y="3924836"/>
            <a:ext cx="1217939" cy="1218645"/>
          </a:xfrm>
          <a:custGeom>
            <a:avLst/>
            <a:gdLst/>
            <a:ahLst/>
            <a:cxnLst/>
            <a:rect l="l" t="t" r="r" b="b"/>
            <a:pathLst>
              <a:path w="36232" h="36253" extrusionOk="0">
                <a:moveTo>
                  <a:pt x="0" y="1"/>
                </a:moveTo>
                <a:cubicBezTo>
                  <a:pt x="4517" y="4537"/>
                  <a:pt x="8601" y="452"/>
                  <a:pt x="13138" y="4989"/>
                </a:cubicBezTo>
                <a:cubicBezTo>
                  <a:pt x="17655" y="9525"/>
                  <a:pt x="13589" y="13590"/>
                  <a:pt x="18126" y="18126"/>
                </a:cubicBezTo>
                <a:cubicBezTo>
                  <a:pt x="22643" y="22663"/>
                  <a:pt x="26727" y="18578"/>
                  <a:pt x="31244" y="23114"/>
                </a:cubicBezTo>
                <a:cubicBezTo>
                  <a:pt x="35780" y="27651"/>
                  <a:pt x="31715" y="31716"/>
                  <a:pt x="36232" y="36252"/>
                </a:cubicBezTo>
                <a:lnTo>
                  <a:pt x="362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rot="-5400000">
            <a:off x="32278" y="-98929"/>
            <a:ext cx="92299" cy="784704"/>
          </a:xfrm>
          <a:custGeom>
            <a:avLst/>
            <a:gdLst/>
            <a:ahLst/>
            <a:cxnLst/>
            <a:rect l="l" t="t" r="r" b="b"/>
            <a:pathLst>
              <a:path w="3005" h="25550" extrusionOk="0">
                <a:moveTo>
                  <a:pt x="0" y="1"/>
                </a:moveTo>
                <a:cubicBezTo>
                  <a:pt x="0" y="1120"/>
                  <a:pt x="727" y="1670"/>
                  <a:pt x="1434" y="2220"/>
                </a:cubicBezTo>
                <a:cubicBezTo>
                  <a:pt x="2121" y="2750"/>
                  <a:pt x="2769" y="3241"/>
                  <a:pt x="2769" y="4242"/>
                </a:cubicBezTo>
                <a:cubicBezTo>
                  <a:pt x="2769" y="5264"/>
                  <a:pt x="2121" y="5755"/>
                  <a:pt x="1434" y="6285"/>
                </a:cubicBezTo>
                <a:cubicBezTo>
                  <a:pt x="727" y="6835"/>
                  <a:pt x="0" y="7384"/>
                  <a:pt x="0" y="8504"/>
                </a:cubicBezTo>
                <a:cubicBezTo>
                  <a:pt x="0" y="9623"/>
                  <a:pt x="727" y="10193"/>
                  <a:pt x="1434" y="10723"/>
                </a:cubicBezTo>
                <a:cubicBezTo>
                  <a:pt x="2121" y="11253"/>
                  <a:pt x="2769" y="11764"/>
                  <a:pt x="2769" y="12765"/>
                </a:cubicBezTo>
                <a:cubicBezTo>
                  <a:pt x="2769" y="13786"/>
                  <a:pt x="2121" y="14277"/>
                  <a:pt x="1434" y="14808"/>
                </a:cubicBezTo>
                <a:cubicBezTo>
                  <a:pt x="727" y="15357"/>
                  <a:pt x="0" y="15907"/>
                  <a:pt x="0" y="17027"/>
                </a:cubicBezTo>
                <a:cubicBezTo>
                  <a:pt x="0" y="18146"/>
                  <a:pt x="727" y="18715"/>
                  <a:pt x="1434" y="19246"/>
                </a:cubicBezTo>
                <a:cubicBezTo>
                  <a:pt x="2121" y="19776"/>
                  <a:pt x="2769" y="20287"/>
                  <a:pt x="2769" y="21288"/>
                </a:cubicBezTo>
                <a:cubicBezTo>
                  <a:pt x="2769" y="22290"/>
                  <a:pt x="2121" y="22800"/>
                  <a:pt x="1434" y="23330"/>
                </a:cubicBezTo>
                <a:cubicBezTo>
                  <a:pt x="727" y="23861"/>
                  <a:pt x="0" y="24430"/>
                  <a:pt x="0" y="25549"/>
                </a:cubicBezTo>
                <a:lnTo>
                  <a:pt x="236" y="25549"/>
                </a:lnTo>
                <a:cubicBezTo>
                  <a:pt x="236" y="24528"/>
                  <a:pt x="884" y="24037"/>
                  <a:pt x="1571" y="23507"/>
                </a:cubicBezTo>
                <a:cubicBezTo>
                  <a:pt x="2278" y="22957"/>
                  <a:pt x="3005" y="22407"/>
                  <a:pt x="3005" y="21288"/>
                </a:cubicBezTo>
                <a:cubicBezTo>
                  <a:pt x="3005" y="20169"/>
                  <a:pt x="2278" y="19599"/>
                  <a:pt x="1571" y="19069"/>
                </a:cubicBezTo>
                <a:cubicBezTo>
                  <a:pt x="884" y="18539"/>
                  <a:pt x="236" y="18028"/>
                  <a:pt x="236" y="17027"/>
                </a:cubicBezTo>
                <a:cubicBezTo>
                  <a:pt x="236" y="16025"/>
                  <a:pt x="884" y="15515"/>
                  <a:pt x="1571" y="14984"/>
                </a:cubicBezTo>
                <a:cubicBezTo>
                  <a:pt x="2278" y="14454"/>
                  <a:pt x="3005" y="13885"/>
                  <a:pt x="3005" y="12765"/>
                </a:cubicBezTo>
                <a:cubicBezTo>
                  <a:pt x="3005" y="11646"/>
                  <a:pt x="2278" y="11096"/>
                  <a:pt x="1571" y="10546"/>
                </a:cubicBezTo>
                <a:cubicBezTo>
                  <a:pt x="884" y="10016"/>
                  <a:pt x="236" y="9525"/>
                  <a:pt x="236" y="8504"/>
                </a:cubicBezTo>
                <a:cubicBezTo>
                  <a:pt x="236" y="7502"/>
                  <a:pt x="884" y="6992"/>
                  <a:pt x="1571" y="6462"/>
                </a:cubicBezTo>
                <a:cubicBezTo>
                  <a:pt x="2278" y="5931"/>
                  <a:pt x="3005" y="5362"/>
                  <a:pt x="3005" y="4242"/>
                </a:cubicBezTo>
                <a:cubicBezTo>
                  <a:pt x="3005" y="3123"/>
                  <a:pt x="2278" y="2573"/>
                  <a:pt x="1571" y="2023"/>
                </a:cubicBezTo>
                <a:cubicBezTo>
                  <a:pt x="884" y="1493"/>
                  <a:pt x="236" y="1002"/>
                  <a:pt x="23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5"/>
        <p:cNvGrpSpPr/>
        <p:nvPr/>
      </p:nvGrpSpPr>
      <p:grpSpPr>
        <a:xfrm>
          <a:off x="0" y="0"/>
          <a:ext cx="0" cy="0"/>
          <a:chOff x="0" y="0"/>
          <a:chExt cx="0" cy="0"/>
        </a:xfrm>
      </p:grpSpPr>
      <p:grpSp>
        <p:nvGrpSpPr>
          <p:cNvPr id="76" name="Google Shape;76;p9"/>
          <p:cNvGrpSpPr/>
          <p:nvPr/>
        </p:nvGrpSpPr>
        <p:grpSpPr>
          <a:xfrm>
            <a:off x="8512309" y="143093"/>
            <a:ext cx="397498" cy="396399"/>
            <a:chOff x="11168655" y="2215768"/>
            <a:chExt cx="397498" cy="396399"/>
          </a:xfrm>
        </p:grpSpPr>
        <p:sp>
          <p:nvSpPr>
            <p:cNvPr id="77" name="Google Shape;77;p9"/>
            <p:cNvSpPr/>
            <p:nvPr/>
          </p:nvSpPr>
          <p:spPr>
            <a:xfrm flipH="1">
              <a:off x="11168655" y="2215768"/>
              <a:ext cx="198209" cy="198199"/>
            </a:xfrm>
            <a:custGeom>
              <a:avLst/>
              <a:gdLst/>
              <a:ahLst/>
              <a:cxnLst/>
              <a:rect l="l" t="t" r="r" b="b"/>
              <a:pathLst>
                <a:path w="3752" h="3752" extrusionOk="0">
                  <a:moveTo>
                    <a:pt x="1" y="0"/>
                  </a:moveTo>
                  <a:lnTo>
                    <a:pt x="1" y="3751"/>
                  </a:lnTo>
                  <a:lnTo>
                    <a:pt x="3751" y="3751"/>
                  </a:lnTo>
                  <a:lnTo>
                    <a:pt x="37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flipH="1">
              <a:off x="11366887" y="2413968"/>
              <a:ext cx="199265" cy="198199"/>
            </a:xfrm>
            <a:custGeom>
              <a:avLst/>
              <a:gdLst/>
              <a:ahLst/>
              <a:cxnLst/>
              <a:rect l="l" t="t" r="r" b="b"/>
              <a:pathLst>
                <a:path w="3772" h="3752" extrusionOk="0">
                  <a:moveTo>
                    <a:pt x="1" y="0"/>
                  </a:moveTo>
                  <a:lnTo>
                    <a:pt x="1" y="3751"/>
                  </a:lnTo>
                  <a:lnTo>
                    <a:pt x="3771" y="3751"/>
                  </a:lnTo>
                  <a:lnTo>
                    <a:pt x="3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9"/>
          <p:cNvSpPr/>
          <p:nvPr/>
        </p:nvSpPr>
        <p:spPr>
          <a:xfrm rot="10800000">
            <a:off x="2955557" y="4807644"/>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10800000">
            <a:off x="5023812" y="13"/>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9"/>
          <p:cNvSpPr/>
          <p:nvPr/>
        </p:nvSpPr>
        <p:spPr>
          <a:xfrm flipH="1">
            <a:off x="4893" y="3834174"/>
            <a:ext cx="1309867" cy="1309329"/>
          </a:xfrm>
          <a:custGeom>
            <a:avLst/>
            <a:gdLst/>
            <a:ahLst/>
            <a:cxnLst/>
            <a:rect l="l" t="t" r="r" b="b"/>
            <a:pathLst>
              <a:path w="48703" h="48683" extrusionOk="0">
                <a:moveTo>
                  <a:pt x="48703" y="1"/>
                </a:moveTo>
                <a:cubicBezTo>
                  <a:pt x="44638" y="4046"/>
                  <a:pt x="48290" y="7699"/>
                  <a:pt x="44225" y="11764"/>
                </a:cubicBezTo>
                <a:cubicBezTo>
                  <a:pt x="40180" y="15809"/>
                  <a:pt x="36527" y="12156"/>
                  <a:pt x="32462" y="16221"/>
                </a:cubicBezTo>
                <a:cubicBezTo>
                  <a:pt x="28417" y="20286"/>
                  <a:pt x="32050" y="23939"/>
                  <a:pt x="28004" y="27984"/>
                </a:cubicBezTo>
                <a:cubicBezTo>
                  <a:pt x="23939" y="32050"/>
                  <a:pt x="20287" y="28397"/>
                  <a:pt x="16241" y="32462"/>
                </a:cubicBezTo>
                <a:cubicBezTo>
                  <a:pt x="12176" y="36507"/>
                  <a:pt x="15829" y="40160"/>
                  <a:pt x="11764" y="44225"/>
                </a:cubicBezTo>
                <a:cubicBezTo>
                  <a:pt x="7699" y="48290"/>
                  <a:pt x="4066" y="44637"/>
                  <a:pt x="1" y="48683"/>
                </a:cubicBezTo>
                <a:lnTo>
                  <a:pt x="48703" y="48683"/>
                </a:lnTo>
                <a:lnTo>
                  <a:pt x="48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9"/>
          <p:cNvSpPr/>
          <p:nvPr/>
        </p:nvSpPr>
        <p:spPr>
          <a:xfrm rot="5400000" flipH="1">
            <a:off x="8858523" y="4461446"/>
            <a:ext cx="92299" cy="784704"/>
          </a:xfrm>
          <a:custGeom>
            <a:avLst/>
            <a:gdLst/>
            <a:ahLst/>
            <a:cxnLst/>
            <a:rect l="l" t="t" r="r" b="b"/>
            <a:pathLst>
              <a:path w="3005" h="25550" extrusionOk="0">
                <a:moveTo>
                  <a:pt x="0" y="1"/>
                </a:moveTo>
                <a:cubicBezTo>
                  <a:pt x="0" y="1120"/>
                  <a:pt x="727" y="1670"/>
                  <a:pt x="1434" y="2220"/>
                </a:cubicBezTo>
                <a:cubicBezTo>
                  <a:pt x="2121" y="2750"/>
                  <a:pt x="2769" y="3241"/>
                  <a:pt x="2769" y="4242"/>
                </a:cubicBezTo>
                <a:cubicBezTo>
                  <a:pt x="2769" y="5264"/>
                  <a:pt x="2121" y="5755"/>
                  <a:pt x="1434" y="6285"/>
                </a:cubicBezTo>
                <a:cubicBezTo>
                  <a:pt x="727" y="6835"/>
                  <a:pt x="0" y="7384"/>
                  <a:pt x="0" y="8504"/>
                </a:cubicBezTo>
                <a:cubicBezTo>
                  <a:pt x="0" y="9623"/>
                  <a:pt x="727" y="10193"/>
                  <a:pt x="1434" y="10723"/>
                </a:cubicBezTo>
                <a:cubicBezTo>
                  <a:pt x="2121" y="11253"/>
                  <a:pt x="2769" y="11764"/>
                  <a:pt x="2769" y="12765"/>
                </a:cubicBezTo>
                <a:cubicBezTo>
                  <a:pt x="2769" y="13786"/>
                  <a:pt x="2121" y="14277"/>
                  <a:pt x="1434" y="14808"/>
                </a:cubicBezTo>
                <a:cubicBezTo>
                  <a:pt x="727" y="15357"/>
                  <a:pt x="0" y="15907"/>
                  <a:pt x="0" y="17027"/>
                </a:cubicBezTo>
                <a:cubicBezTo>
                  <a:pt x="0" y="18146"/>
                  <a:pt x="727" y="18715"/>
                  <a:pt x="1434" y="19246"/>
                </a:cubicBezTo>
                <a:cubicBezTo>
                  <a:pt x="2121" y="19776"/>
                  <a:pt x="2769" y="20287"/>
                  <a:pt x="2769" y="21288"/>
                </a:cubicBezTo>
                <a:cubicBezTo>
                  <a:pt x="2769" y="22290"/>
                  <a:pt x="2121" y="22800"/>
                  <a:pt x="1434" y="23330"/>
                </a:cubicBezTo>
                <a:cubicBezTo>
                  <a:pt x="727" y="23861"/>
                  <a:pt x="0" y="24430"/>
                  <a:pt x="0" y="25549"/>
                </a:cubicBezTo>
                <a:lnTo>
                  <a:pt x="236" y="25549"/>
                </a:lnTo>
                <a:cubicBezTo>
                  <a:pt x="236" y="24528"/>
                  <a:pt x="884" y="24037"/>
                  <a:pt x="1571" y="23507"/>
                </a:cubicBezTo>
                <a:cubicBezTo>
                  <a:pt x="2278" y="22957"/>
                  <a:pt x="3005" y="22407"/>
                  <a:pt x="3005" y="21288"/>
                </a:cubicBezTo>
                <a:cubicBezTo>
                  <a:pt x="3005" y="20169"/>
                  <a:pt x="2278" y="19599"/>
                  <a:pt x="1571" y="19069"/>
                </a:cubicBezTo>
                <a:cubicBezTo>
                  <a:pt x="884" y="18539"/>
                  <a:pt x="236" y="18028"/>
                  <a:pt x="236" y="17027"/>
                </a:cubicBezTo>
                <a:cubicBezTo>
                  <a:pt x="236" y="16025"/>
                  <a:pt x="884" y="15515"/>
                  <a:pt x="1571" y="14984"/>
                </a:cubicBezTo>
                <a:cubicBezTo>
                  <a:pt x="2278" y="14454"/>
                  <a:pt x="3005" y="13885"/>
                  <a:pt x="3005" y="12765"/>
                </a:cubicBezTo>
                <a:cubicBezTo>
                  <a:pt x="3005" y="11646"/>
                  <a:pt x="2278" y="11096"/>
                  <a:pt x="1571" y="10546"/>
                </a:cubicBezTo>
                <a:cubicBezTo>
                  <a:pt x="884" y="10016"/>
                  <a:pt x="236" y="9525"/>
                  <a:pt x="236" y="8504"/>
                </a:cubicBezTo>
                <a:cubicBezTo>
                  <a:pt x="236" y="7502"/>
                  <a:pt x="884" y="6992"/>
                  <a:pt x="1571" y="6462"/>
                </a:cubicBezTo>
                <a:cubicBezTo>
                  <a:pt x="2278" y="5931"/>
                  <a:pt x="3005" y="5362"/>
                  <a:pt x="3005" y="4242"/>
                </a:cubicBezTo>
                <a:cubicBezTo>
                  <a:pt x="3005" y="3123"/>
                  <a:pt x="2278" y="2573"/>
                  <a:pt x="1571" y="2023"/>
                </a:cubicBezTo>
                <a:cubicBezTo>
                  <a:pt x="884" y="1493"/>
                  <a:pt x="236" y="1002"/>
                  <a:pt x="23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rot="10800000" flipH="1">
            <a:off x="12" y="33"/>
            <a:ext cx="593035" cy="593167"/>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5" name="Google Shape;8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8"/>
        <p:cNvGrpSpPr/>
        <p:nvPr/>
      </p:nvGrpSpPr>
      <p:grpSpPr>
        <a:xfrm>
          <a:off x="0" y="0"/>
          <a:ext cx="0" cy="0"/>
          <a:chOff x="0" y="0"/>
          <a:chExt cx="0" cy="0"/>
        </a:xfrm>
      </p:grpSpPr>
      <p:sp>
        <p:nvSpPr>
          <p:cNvPr id="89" name="Google Shape;89;p11"/>
          <p:cNvSpPr txBox="1">
            <a:spLocks noGrp="1"/>
          </p:cNvSpPr>
          <p:nvPr>
            <p:ph type="title" hasCustomPrompt="1"/>
          </p:nvPr>
        </p:nvSpPr>
        <p:spPr>
          <a:xfrm>
            <a:off x="1284000" y="1563900"/>
            <a:ext cx="6576000" cy="1213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a:spLocks noGrp="1"/>
          </p:cNvSpPr>
          <p:nvPr>
            <p:ph type="subTitle" idx="1"/>
          </p:nvPr>
        </p:nvSpPr>
        <p:spPr>
          <a:xfrm>
            <a:off x="1284000" y="2777700"/>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1" name="Google Shape;91;p11"/>
          <p:cNvSpPr/>
          <p:nvPr/>
        </p:nvSpPr>
        <p:spPr>
          <a:xfrm flipH="1">
            <a:off x="8549426" y="4548525"/>
            <a:ext cx="594574" cy="594944"/>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1"/>
          <p:cNvSpPr/>
          <p:nvPr/>
        </p:nvSpPr>
        <p:spPr>
          <a:xfrm>
            <a:off x="4046450" y="4822082"/>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713225" y="-14431"/>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flipH="1">
            <a:off x="-11" y="3523325"/>
            <a:ext cx="1620836" cy="1620170"/>
          </a:xfrm>
          <a:custGeom>
            <a:avLst/>
            <a:gdLst/>
            <a:ahLst/>
            <a:cxnLst/>
            <a:rect l="l" t="t" r="r" b="b"/>
            <a:pathLst>
              <a:path w="48703" h="48683" extrusionOk="0">
                <a:moveTo>
                  <a:pt x="48703" y="1"/>
                </a:moveTo>
                <a:cubicBezTo>
                  <a:pt x="44638" y="4046"/>
                  <a:pt x="48290" y="7699"/>
                  <a:pt x="44225" y="11764"/>
                </a:cubicBezTo>
                <a:cubicBezTo>
                  <a:pt x="40180" y="15809"/>
                  <a:pt x="36527" y="12156"/>
                  <a:pt x="32462" y="16221"/>
                </a:cubicBezTo>
                <a:cubicBezTo>
                  <a:pt x="28417" y="20286"/>
                  <a:pt x="32050" y="23939"/>
                  <a:pt x="28004" y="27984"/>
                </a:cubicBezTo>
                <a:cubicBezTo>
                  <a:pt x="23939" y="32050"/>
                  <a:pt x="20287" y="28397"/>
                  <a:pt x="16241" y="32462"/>
                </a:cubicBezTo>
                <a:cubicBezTo>
                  <a:pt x="12176" y="36507"/>
                  <a:pt x="15829" y="40160"/>
                  <a:pt x="11764" y="44225"/>
                </a:cubicBezTo>
                <a:cubicBezTo>
                  <a:pt x="7699" y="48290"/>
                  <a:pt x="4066" y="44637"/>
                  <a:pt x="1" y="48683"/>
                </a:cubicBezTo>
                <a:lnTo>
                  <a:pt x="48703" y="48683"/>
                </a:lnTo>
                <a:lnTo>
                  <a:pt x="48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11"/>
          <p:cNvGrpSpPr/>
          <p:nvPr/>
        </p:nvGrpSpPr>
        <p:grpSpPr>
          <a:xfrm rot="10800000" flipH="1">
            <a:off x="6685338" y="110853"/>
            <a:ext cx="792631" cy="396336"/>
            <a:chOff x="5951723" y="3585890"/>
            <a:chExt cx="681775" cy="340934"/>
          </a:xfrm>
        </p:grpSpPr>
        <p:sp>
          <p:nvSpPr>
            <p:cNvPr id="96" name="Google Shape;96;p11"/>
            <p:cNvSpPr/>
            <p:nvPr/>
          </p:nvSpPr>
          <p:spPr>
            <a:xfrm flipH="1">
              <a:off x="6121258" y="3585890"/>
              <a:ext cx="171400" cy="170491"/>
            </a:xfrm>
            <a:custGeom>
              <a:avLst/>
              <a:gdLst/>
              <a:ahLst/>
              <a:cxnLst/>
              <a:rect l="l" t="t" r="r" b="b"/>
              <a:pathLst>
                <a:path w="3772" h="3752" extrusionOk="0">
                  <a:moveTo>
                    <a:pt x="1" y="1"/>
                  </a:moveTo>
                  <a:lnTo>
                    <a:pt x="1" y="3751"/>
                  </a:lnTo>
                  <a:lnTo>
                    <a:pt x="3771" y="3751"/>
                  </a:lnTo>
                  <a:lnTo>
                    <a:pt x="3771"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p:nvPr/>
          </p:nvSpPr>
          <p:spPr>
            <a:xfrm flipH="1">
              <a:off x="5951723" y="3756333"/>
              <a:ext cx="170491" cy="170491"/>
            </a:xfrm>
            <a:custGeom>
              <a:avLst/>
              <a:gdLst/>
              <a:ahLst/>
              <a:cxnLst/>
              <a:rect l="l" t="t" r="r" b="b"/>
              <a:pathLst>
                <a:path w="3752" h="3752" extrusionOk="0">
                  <a:moveTo>
                    <a:pt x="1" y="0"/>
                  </a:moveTo>
                  <a:lnTo>
                    <a:pt x="1" y="3751"/>
                  </a:lnTo>
                  <a:lnTo>
                    <a:pt x="3751" y="3751"/>
                  </a:lnTo>
                  <a:lnTo>
                    <a:pt x="37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1"/>
            <p:cNvSpPr/>
            <p:nvPr/>
          </p:nvSpPr>
          <p:spPr>
            <a:xfrm flipH="1">
              <a:off x="6462144" y="3585890"/>
              <a:ext cx="171354" cy="170491"/>
            </a:xfrm>
            <a:custGeom>
              <a:avLst/>
              <a:gdLst/>
              <a:ahLst/>
              <a:cxnLst/>
              <a:rect l="l" t="t" r="r" b="b"/>
              <a:pathLst>
                <a:path w="3771" h="3752" extrusionOk="0">
                  <a:moveTo>
                    <a:pt x="0" y="1"/>
                  </a:moveTo>
                  <a:lnTo>
                    <a:pt x="0" y="3751"/>
                  </a:lnTo>
                  <a:lnTo>
                    <a:pt x="3771" y="3751"/>
                  </a:lnTo>
                  <a:lnTo>
                    <a:pt x="3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1"/>
            <p:cNvSpPr/>
            <p:nvPr/>
          </p:nvSpPr>
          <p:spPr>
            <a:xfrm flipH="1">
              <a:off x="6291701" y="3756333"/>
              <a:ext cx="171400" cy="170491"/>
            </a:xfrm>
            <a:custGeom>
              <a:avLst/>
              <a:gdLst/>
              <a:ahLst/>
              <a:cxnLst/>
              <a:rect l="l" t="t" r="r" b="b"/>
              <a:pathLst>
                <a:path w="3772" h="3752" extrusionOk="0">
                  <a:moveTo>
                    <a:pt x="1" y="0"/>
                  </a:moveTo>
                  <a:lnTo>
                    <a:pt x="1" y="3751"/>
                  </a:lnTo>
                  <a:lnTo>
                    <a:pt x="3771" y="3751"/>
                  </a:lnTo>
                  <a:lnTo>
                    <a:pt x="3771" y="0"/>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11"/>
          <p:cNvSpPr/>
          <p:nvPr/>
        </p:nvSpPr>
        <p:spPr>
          <a:xfrm rot="-5400000">
            <a:off x="8800565" y="2339596"/>
            <a:ext cx="92299" cy="784704"/>
          </a:xfrm>
          <a:custGeom>
            <a:avLst/>
            <a:gdLst/>
            <a:ahLst/>
            <a:cxnLst/>
            <a:rect l="l" t="t" r="r" b="b"/>
            <a:pathLst>
              <a:path w="3005" h="25550" extrusionOk="0">
                <a:moveTo>
                  <a:pt x="0" y="1"/>
                </a:moveTo>
                <a:cubicBezTo>
                  <a:pt x="0" y="1120"/>
                  <a:pt x="727" y="1670"/>
                  <a:pt x="1434" y="2220"/>
                </a:cubicBezTo>
                <a:cubicBezTo>
                  <a:pt x="2121" y="2750"/>
                  <a:pt x="2769" y="3241"/>
                  <a:pt x="2769" y="4242"/>
                </a:cubicBezTo>
                <a:cubicBezTo>
                  <a:pt x="2769" y="5264"/>
                  <a:pt x="2121" y="5755"/>
                  <a:pt x="1434" y="6285"/>
                </a:cubicBezTo>
                <a:cubicBezTo>
                  <a:pt x="727" y="6835"/>
                  <a:pt x="0" y="7384"/>
                  <a:pt x="0" y="8504"/>
                </a:cubicBezTo>
                <a:cubicBezTo>
                  <a:pt x="0" y="9623"/>
                  <a:pt x="727" y="10193"/>
                  <a:pt x="1434" y="10723"/>
                </a:cubicBezTo>
                <a:cubicBezTo>
                  <a:pt x="2121" y="11253"/>
                  <a:pt x="2769" y="11764"/>
                  <a:pt x="2769" y="12765"/>
                </a:cubicBezTo>
                <a:cubicBezTo>
                  <a:pt x="2769" y="13786"/>
                  <a:pt x="2121" y="14277"/>
                  <a:pt x="1434" y="14808"/>
                </a:cubicBezTo>
                <a:cubicBezTo>
                  <a:pt x="727" y="15357"/>
                  <a:pt x="0" y="15907"/>
                  <a:pt x="0" y="17027"/>
                </a:cubicBezTo>
                <a:cubicBezTo>
                  <a:pt x="0" y="18146"/>
                  <a:pt x="727" y="18715"/>
                  <a:pt x="1434" y="19246"/>
                </a:cubicBezTo>
                <a:cubicBezTo>
                  <a:pt x="2121" y="19776"/>
                  <a:pt x="2769" y="20287"/>
                  <a:pt x="2769" y="21288"/>
                </a:cubicBezTo>
                <a:cubicBezTo>
                  <a:pt x="2769" y="22290"/>
                  <a:pt x="2121" y="22800"/>
                  <a:pt x="1434" y="23330"/>
                </a:cubicBezTo>
                <a:cubicBezTo>
                  <a:pt x="727" y="23861"/>
                  <a:pt x="0" y="24430"/>
                  <a:pt x="0" y="25549"/>
                </a:cubicBezTo>
                <a:lnTo>
                  <a:pt x="236" y="25549"/>
                </a:lnTo>
                <a:cubicBezTo>
                  <a:pt x="236" y="24528"/>
                  <a:pt x="884" y="24037"/>
                  <a:pt x="1571" y="23507"/>
                </a:cubicBezTo>
                <a:cubicBezTo>
                  <a:pt x="2278" y="22957"/>
                  <a:pt x="3005" y="22407"/>
                  <a:pt x="3005" y="21288"/>
                </a:cubicBezTo>
                <a:cubicBezTo>
                  <a:pt x="3005" y="20169"/>
                  <a:pt x="2278" y="19599"/>
                  <a:pt x="1571" y="19069"/>
                </a:cubicBezTo>
                <a:cubicBezTo>
                  <a:pt x="884" y="18539"/>
                  <a:pt x="236" y="18028"/>
                  <a:pt x="236" y="17027"/>
                </a:cubicBezTo>
                <a:cubicBezTo>
                  <a:pt x="236" y="16025"/>
                  <a:pt x="884" y="15515"/>
                  <a:pt x="1571" y="14984"/>
                </a:cubicBezTo>
                <a:cubicBezTo>
                  <a:pt x="2278" y="14454"/>
                  <a:pt x="3005" y="13885"/>
                  <a:pt x="3005" y="12765"/>
                </a:cubicBezTo>
                <a:cubicBezTo>
                  <a:pt x="3005" y="11646"/>
                  <a:pt x="2278" y="11096"/>
                  <a:pt x="1571" y="10546"/>
                </a:cubicBezTo>
                <a:cubicBezTo>
                  <a:pt x="884" y="10016"/>
                  <a:pt x="236" y="9525"/>
                  <a:pt x="236" y="8504"/>
                </a:cubicBezTo>
                <a:cubicBezTo>
                  <a:pt x="236" y="7502"/>
                  <a:pt x="884" y="6992"/>
                  <a:pt x="1571" y="6462"/>
                </a:cubicBezTo>
                <a:cubicBezTo>
                  <a:pt x="2278" y="5931"/>
                  <a:pt x="3005" y="5362"/>
                  <a:pt x="3005" y="4242"/>
                </a:cubicBezTo>
                <a:cubicBezTo>
                  <a:pt x="3005" y="3123"/>
                  <a:pt x="2278" y="2573"/>
                  <a:pt x="1571" y="2023"/>
                </a:cubicBezTo>
                <a:cubicBezTo>
                  <a:pt x="884" y="1493"/>
                  <a:pt x="236" y="1002"/>
                  <a:pt x="23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65"/>
        <p:cNvGrpSpPr/>
        <p:nvPr/>
      </p:nvGrpSpPr>
      <p:grpSpPr>
        <a:xfrm>
          <a:off x="0" y="0"/>
          <a:ext cx="0" cy="0"/>
          <a:chOff x="0" y="0"/>
          <a:chExt cx="0" cy="0"/>
        </a:xfrm>
      </p:grpSpPr>
      <p:sp>
        <p:nvSpPr>
          <p:cNvPr id="166" name="Google Shape;166;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7" name="Google Shape;167;p17"/>
          <p:cNvSpPr txBox="1">
            <a:spLocks noGrp="1"/>
          </p:cNvSpPr>
          <p:nvPr>
            <p:ph type="subTitle" idx="1"/>
          </p:nvPr>
        </p:nvSpPr>
        <p:spPr>
          <a:xfrm>
            <a:off x="720000" y="1710161"/>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17"/>
          <p:cNvSpPr txBox="1">
            <a:spLocks noGrp="1"/>
          </p:cNvSpPr>
          <p:nvPr>
            <p:ph type="subTitle" idx="2"/>
          </p:nvPr>
        </p:nvSpPr>
        <p:spPr>
          <a:xfrm>
            <a:off x="3499800" y="1710161"/>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9" name="Google Shape;169;p17"/>
          <p:cNvSpPr txBox="1">
            <a:spLocks noGrp="1"/>
          </p:cNvSpPr>
          <p:nvPr>
            <p:ph type="subTitle" idx="3"/>
          </p:nvPr>
        </p:nvSpPr>
        <p:spPr>
          <a:xfrm>
            <a:off x="720000" y="3482653"/>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0" name="Google Shape;170;p17"/>
          <p:cNvSpPr txBox="1">
            <a:spLocks noGrp="1"/>
          </p:cNvSpPr>
          <p:nvPr>
            <p:ph type="subTitle" idx="4"/>
          </p:nvPr>
        </p:nvSpPr>
        <p:spPr>
          <a:xfrm>
            <a:off x="3499800" y="3482653"/>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1" name="Google Shape;171;p17"/>
          <p:cNvSpPr txBox="1">
            <a:spLocks noGrp="1"/>
          </p:cNvSpPr>
          <p:nvPr>
            <p:ph type="subTitle" idx="5"/>
          </p:nvPr>
        </p:nvSpPr>
        <p:spPr>
          <a:xfrm>
            <a:off x="6279600" y="1710161"/>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2" name="Google Shape;172;p17"/>
          <p:cNvSpPr txBox="1">
            <a:spLocks noGrp="1"/>
          </p:cNvSpPr>
          <p:nvPr>
            <p:ph type="subTitle" idx="6"/>
          </p:nvPr>
        </p:nvSpPr>
        <p:spPr>
          <a:xfrm>
            <a:off x="6279600" y="3482653"/>
            <a:ext cx="21444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3" name="Google Shape;173;p17"/>
          <p:cNvSpPr txBox="1">
            <a:spLocks noGrp="1"/>
          </p:cNvSpPr>
          <p:nvPr>
            <p:ph type="subTitle" idx="7"/>
          </p:nvPr>
        </p:nvSpPr>
        <p:spPr>
          <a:xfrm>
            <a:off x="720000" y="1278189"/>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4" name="Google Shape;174;p17"/>
          <p:cNvSpPr txBox="1">
            <a:spLocks noGrp="1"/>
          </p:cNvSpPr>
          <p:nvPr>
            <p:ph type="subTitle" idx="8"/>
          </p:nvPr>
        </p:nvSpPr>
        <p:spPr>
          <a:xfrm>
            <a:off x="3499800" y="1278189"/>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5" name="Google Shape;175;p17"/>
          <p:cNvSpPr txBox="1">
            <a:spLocks noGrp="1"/>
          </p:cNvSpPr>
          <p:nvPr>
            <p:ph type="subTitle" idx="9"/>
          </p:nvPr>
        </p:nvSpPr>
        <p:spPr>
          <a:xfrm>
            <a:off x="6279600" y="1278189"/>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6" name="Google Shape;176;p17"/>
          <p:cNvSpPr txBox="1">
            <a:spLocks noGrp="1"/>
          </p:cNvSpPr>
          <p:nvPr>
            <p:ph type="subTitle" idx="13"/>
          </p:nvPr>
        </p:nvSpPr>
        <p:spPr>
          <a:xfrm>
            <a:off x="720000" y="3052175"/>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7" name="Google Shape;177;p17"/>
          <p:cNvSpPr txBox="1">
            <a:spLocks noGrp="1"/>
          </p:cNvSpPr>
          <p:nvPr>
            <p:ph type="subTitle" idx="14"/>
          </p:nvPr>
        </p:nvSpPr>
        <p:spPr>
          <a:xfrm>
            <a:off x="3499800" y="3052175"/>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8" name="Google Shape;178;p17"/>
          <p:cNvSpPr txBox="1">
            <a:spLocks noGrp="1"/>
          </p:cNvSpPr>
          <p:nvPr>
            <p:ph type="subTitle" idx="15"/>
          </p:nvPr>
        </p:nvSpPr>
        <p:spPr>
          <a:xfrm>
            <a:off x="6279600" y="3052175"/>
            <a:ext cx="2144400" cy="446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79" name="Google Shape;179;p17"/>
          <p:cNvGrpSpPr/>
          <p:nvPr/>
        </p:nvGrpSpPr>
        <p:grpSpPr>
          <a:xfrm rot="10800000">
            <a:off x="8124700" y="-14431"/>
            <a:ext cx="672125" cy="335857"/>
            <a:chOff x="482325" y="4822082"/>
            <a:chExt cx="672125" cy="335857"/>
          </a:xfrm>
        </p:grpSpPr>
        <p:sp>
          <p:nvSpPr>
            <p:cNvPr id="180" name="Google Shape;180;p17"/>
            <p:cNvSpPr/>
            <p:nvPr/>
          </p:nvSpPr>
          <p:spPr>
            <a:xfrm>
              <a:off x="482325" y="4822082"/>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7"/>
            <p:cNvSpPr/>
            <p:nvPr/>
          </p:nvSpPr>
          <p:spPr>
            <a:xfrm>
              <a:off x="605388" y="4945077"/>
              <a:ext cx="425993" cy="212862"/>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 name="Google Shape;182;p17"/>
          <p:cNvSpPr/>
          <p:nvPr/>
        </p:nvSpPr>
        <p:spPr>
          <a:xfrm rot="10800000">
            <a:off x="6913008" y="4822090"/>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7"/>
          <p:cNvSpPr/>
          <p:nvPr/>
        </p:nvSpPr>
        <p:spPr>
          <a:xfrm>
            <a:off x="0" y="4548525"/>
            <a:ext cx="594574" cy="594944"/>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7"/>
          <p:cNvSpPr/>
          <p:nvPr/>
        </p:nvSpPr>
        <p:spPr>
          <a:xfrm flipH="1">
            <a:off x="0" y="-6222"/>
            <a:ext cx="905800" cy="906325"/>
          </a:xfrm>
          <a:custGeom>
            <a:avLst/>
            <a:gdLst/>
            <a:ahLst/>
            <a:cxnLst/>
            <a:rect l="l" t="t" r="r" b="b"/>
            <a:pathLst>
              <a:path w="36232" h="36253" extrusionOk="0">
                <a:moveTo>
                  <a:pt x="0" y="1"/>
                </a:moveTo>
                <a:cubicBezTo>
                  <a:pt x="4517" y="4537"/>
                  <a:pt x="8601" y="452"/>
                  <a:pt x="13138" y="4989"/>
                </a:cubicBezTo>
                <a:cubicBezTo>
                  <a:pt x="17655" y="9525"/>
                  <a:pt x="13589" y="13590"/>
                  <a:pt x="18126" y="18126"/>
                </a:cubicBezTo>
                <a:cubicBezTo>
                  <a:pt x="22643" y="22663"/>
                  <a:pt x="26727" y="18578"/>
                  <a:pt x="31244" y="23114"/>
                </a:cubicBezTo>
                <a:cubicBezTo>
                  <a:pt x="35780" y="27651"/>
                  <a:pt x="31715" y="31716"/>
                  <a:pt x="36232" y="36252"/>
                </a:cubicBezTo>
                <a:lnTo>
                  <a:pt x="362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8"/>
        <p:cNvGrpSpPr/>
        <p:nvPr/>
      </p:nvGrpSpPr>
      <p:grpSpPr>
        <a:xfrm>
          <a:off x="0" y="0"/>
          <a:ext cx="0" cy="0"/>
          <a:chOff x="0" y="0"/>
          <a:chExt cx="0" cy="0"/>
        </a:xfrm>
      </p:grpSpPr>
      <p:grpSp>
        <p:nvGrpSpPr>
          <p:cNvPr id="209" name="Google Shape;209;p20"/>
          <p:cNvGrpSpPr/>
          <p:nvPr/>
        </p:nvGrpSpPr>
        <p:grpSpPr>
          <a:xfrm flipH="1">
            <a:off x="234205" y="143093"/>
            <a:ext cx="397498" cy="396399"/>
            <a:chOff x="11168655" y="2215768"/>
            <a:chExt cx="397498" cy="396399"/>
          </a:xfrm>
        </p:grpSpPr>
        <p:sp>
          <p:nvSpPr>
            <p:cNvPr id="210" name="Google Shape;210;p20"/>
            <p:cNvSpPr/>
            <p:nvPr/>
          </p:nvSpPr>
          <p:spPr>
            <a:xfrm flipH="1">
              <a:off x="11168655" y="2215768"/>
              <a:ext cx="198209" cy="198199"/>
            </a:xfrm>
            <a:custGeom>
              <a:avLst/>
              <a:gdLst/>
              <a:ahLst/>
              <a:cxnLst/>
              <a:rect l="l" t="t" r="r" b="b"/>
              <a:pathLst>
                <a:path w="3752" h="3752" extrusionOk="0">
                  <a:moveTo>
                    <a:pt x="1" y="0"/>
                  </a:moveTo>
                  <a:lnTo>
                    <a:pt x="1" y="3751"/>
                  </a:lnTo>
                  <a:lnTo>
                    <a:pt x="3751" y="3751"/>
                  </a:lnTo>
                  <a:lnTo>
                    <a:pt x="37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0"/>
            <p:cNvSpPr/>
            <p:nvPr/>
          </p:nvSpPr>
          <p:spPr>
            <a:xfrm flipH="1">
              <a:off x="11366887" y="2413968"/>
              <a:ext cx="199265" cy="198199"/>
            </a:xfrm>
            <a:custGeom>
              <a:avLst/>
              <a:gdLst/>
              <a:ahLst/>
              <a:cxnLst/>
              <a:rect l="l" t="t" r="r" b="b"/>
              <a:pathLst>
                <a:path w="3772" h="3752" extrusionOk="0">
                  <a:moveTo>
                    <a:pt x="1" y="0"/>
                  </a:moveTo>
                  <a:lnTo>
                    <a:pt x="1" y="3751"/>
                  </a:lnTo>
                  <a:lnTo>
                    <a:pt x="3771" y="3751"/>
                  </a:lnTo>
                  <a:lnTo>
                    <a:pt x="3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20"/>
          <p:cNvSpPr/>
          <p:nvPr/>
        </p:nvSpPr>
        <p:spPr>
          <a:xfrm rot="10800000" flipH="1">
            <a:off x="4567638" y="4807644"/>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p:nvPr/>
        </p:nvSpPr>
        <p:spPr>
          <a:xfrm rot="10800000" flipH="1">
            <a:off x="3448075" y="13"/>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0"/>
          <p:cNvSpPr/>
          <p:nvPr/>
        </p:nvSpPr>
        <p:spPr>
          <a:xfrm>
            <a:off x="7829252" y="3834174"/>
            <a:ext cx="1309867" cy="1309329"/>
          </a:xfrm>
          <a:custGeom>
            <a:avLst/>
            <a:gdLst/>
            <a:ahLst/>
            <a:cxnLst/>
            <a:rect l="l" t="t" r="r" b="b"/>
            <a:pathLst>
              <a:path w="48703" h="48683" extrusionOk="0">
                <a:moveTo>
                  <a:pt x="48703" y="1"/>
                </a:moveTo>
                <a:cubicBezTo>
                  <a:pt x="44638" y="4046"/>
                  <a:pt x="48290" y="7699"/>
                  <a:pt x="44225" y="11764"/>
                </a:cubicBezTo>
                <a:cubicBezTo>
                  <a:pt x="40180" y="15809"/>
                  <a:pt x="36527" y="12156"/>
                  <a:pt x="32462" y="16221"/>
                </a:cubicBezTo>
                <a:cubicBezTo>
                  <a:pt x="28417" y="20286"/>
                  <a:pt x="32050" y="23939"/>
                  <a:pt x="28004" y="27984"/>
                </a:cubicBezTo>
                <a:cubicBezTo>
                  <a:pt x="23939" y="32050"/>
                  <a:pt x="20287" y="28397"/>
                  <a:pt x="16241" y="32462"/>
                </a:cubicBezTo>
                <a:cubicBezTo>
                  <a:pt x="12176" y="36507"/>
                  <a:pt x="15829" y="40160"/>
                  <a:pt x="11764" y="44225"/>
                </a:cubicBezTo>
                <a:cubicBezTo>
                  <a:pt x="7699" y="48290"/>
                  <a:pt x="4066" y="44637"/>
                  <a:pt x="1" y="48683"/>
                </a:cubicBezTo>
                <a:lnTo>
                  <a:pt x="48703" y="48683"/>
                </a:lnTo>
                <a:lnTo>
                  <a:pt x="48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0"/>
          <p:cNvSpPr/>
          <p:nvPr/>
        </p:nvSpPr>
        <p:spPr>
          <a:xfrm rot="-5400000">
            <a:off x="193190" y="4461446"/>
            <a:ext cx="92299" cy="784704"/>
          </a:xfrm>
          <a:custGeom>
            <a:avLst/>
            <a:gdLst/>
            <a:ahLst/>
            <a:cxnLst/>
            <a:rect l="l" t="t" r="r" b="b"/>
            <a:pathLst>
              <a:path w="3005" h="25550" extrusionOk="0">
                <a:moveTo>
                  <a:pt x="0" y="1"/>
                </a:moveTo>
                <a:cubicBezTo>
                  <a:pt x="0" y="1120"/>
                  <a:pt x="727" y="1670"/>
                  <a:pt x="1434" y="2220"/>
                </a:cubicBezTo>
                <a:cubicBezTo>
                  <a:pt x="2121" y="2750"/>
                  <a:pt x="2769" y="3241"/>
                  <a:pt x="2769" y="4242"/>
                </a:cubicBezTo>
                <a:cubicBezTo>
                  <a:pt x="2769" y="5264"/>
                  <a:pt x="2121" y="5755"/>
                  <a:pt x="1434" y="6285"/>
                </a:cubicBezTo>
                <a:cubicBezTo>
                  <a:pt x="727" y="6835"/>
                  <a:pt x="0" y="7384"/>
                  <a:pt x="0" y="8504"/>
                </a:cubicBezTo>
                <a:cubicBezTo>
                  <a:pt x="0" y="9623"/>
                  <a:pt x="727" y="10193"/>
                  <a:pt x="1434" y="10723"/>
                </a:cubicBezTo>
                <a:cubicBezTo>
                  <a:pt x="2121" y="11253"/>
                  <a:pt x="2769" y="11764"/>
                  <a:pt x="2769" y="12765"/>
                </a:cubicBezTo>
                <a:cubicBezTo>
                  <a:pt x="2769" y="13786"/>
                  <a:pt x="2121" y="14277"/>
                  <a:pt x="1434" y="14808"/>
                </a:cubicBezTo>
                <a:cubicBezTo>
                  <a:pt x="727" y="15357"/>
                  <a:pt x="0" y="15907"/>
                  <a:pt x="0" y="17027"/>
                </a:cubicBezTo>
                <a:cubicBezTo>
                  <a:pt x="0" y="18146"/>
                  <a:pt x="727" y="18715"/>
                  <a:pt x="1434" y="19246"/>
                </a:cubicBezTo>
                <a:cubicBezTo>
                  <a:pt x="2121" y="19776"/>
                  <a:pt x="2769" y="20287"/>
                  <a:pt x="2769" y="21288"/>
                </a:cubicBezTo>
                <a:cubicBezTo>
                  <a:pt x="2769" y="22290"/>
                  <a:pt x="2121" y="22800"/>
                  <a:pt x="1434" y="23330"/>
                </a:cubicBezTo>
                <a:cubicBezTo>
                  <a:pt x="727" y="23861"/>
                  <a:pt x="0" y="24430"/>
                  <a:pt x="0" y="25549"/>
                </a:cubicBezTo>
                <a:lnTo>
                  <a:pt x="236" y="25549"/>
                </a:lnTo>
                <a:cubicBezTo>
                  <a:pt x="236" y="24528"/>
                  <a:pt x="884" y="24037"/>
                  <a:pt x="1571" y="23507"/>
                </a:cubicBezTo>
                <a:cubicBezTo>
                  <a:pt x="2278" y="22957"/>
                  <a:pt x="3005" y="22407"/>
                  <a:pt x="3005" y="21288"/>
                </a:cubicBezTo>
                <a:cubicBezTo>
                  <a:pt x="3005" y="20169"/>
                  <a:pt x="2278" y="19599"/>
                  <a:pt x="1571" y="19069"/>
                </a:cubicBezTo>
                <a:cubicBezTo>
                  <a:pt x="884" y="18539"/>
                  <a:pt x="236" y="18028"/>
                  <a:pt x="236" y="17027"/>
                </a:cubicBezTo>
                <a:cubicBezTo>
                  <a:pt x="236" y="16025"/>
                  <a:pt x="884" y="15515"/>
                  <a:pt x="1571" y="14984"/>
                </a:cubicBezTo>
                <a:cubicBezTo>
                  <a:pt x="2278" y="14454"/>
                  <a:pt x="3005" y="13885"/>
                  <a:pt x="3005" y="12765"/>
                </a:cubicBezTo>
                <a:cubicBezTo>
                  <a:pt x="3005" y="11646"/>
                  <a:pt x="2278" y="11096"/>
                  <a:pt x="1571" y="10546"/>
                </a:cubicBezTo>
                <a:cubicBezTo>
                  <a:pt x="884" y="10016"/>
                  <a:pt x="236" y="9525"/>
                  <a:pt x="236" y="8504"/>
                </a:cubicBezTo>
                <a:cubicBezTo>
                  <a:pt x="236" y="7502"/>
                  <a:pt x="884" y="6992"/>
                  <a:pt x="1571" y="6462"/>
                </a:cubicBezTo>
                <a:cubicBezTo>
                  <a:pt x="2278" y="5931"/>
                  <a:pt x="3005" y="5362"/>
                  <a:pt x="3005" y="4242"/>
                </a:cubicBezTo>
                <a:cubicBezTo>
                  <a:pt x="3005" y="3123"/>
                  <a:pt x="2278" y="2573"/>
                  <a:pt x="1571" y="2023"/>
                </a:cubicBezTo>
                <a:cubicBezTo>
                  <a:pt x="884" y="1493"/>
                  <a:pt x="236" y="1002"/>
                  <a:pt x="23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0"/>
          <p:cNvSpPr/>
          <p:nvPr/>
        </p:nvSpPr>
        <p:spPr>
          <a:xfrm rot="10800000">
            <a:off x="8550965" y="33"/>
            <a:ext cx="593035" cy="593167"/>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7"/>
        <p:cNvGrpSpPr/>
        <p:nvPr/>
      </p:nvGrpSpPr>
      <p:grpSpPr>
        <a:xfrm>
          <a:off x="0" y="0"/>
          <a:ext cx="0" cy="0"/>
          <a:chOff x="0" y="0"/>
          <a:chExt cx="0" cy="0"/>
        </a:xfrm>
      </p:grpSpPr>
      <p:sp>
        <p:nvSpPr>
          <p:cNvPr id="218" name="Google Shape;218;p21"/>
          <p:cNvSpPr/>
          <p:nvPr/>
        </p:nvSpPr>
        <p:spPr>
          <a:xfrm>
            <a:off x="713225" y="-14431"/>
            <a:ext cx="1620817" cy="335849"/>
          </a:xfrm>
          <a:custGeom>
            <a:avLst/>
            <a:gdLst/>
            <a:ahLst/>
            <a:cxnLst/>
            <a:rect l="l" t="t" r="r" b="b"/>
            <a:pathLst>
              <a:path w="39670" h="8220" extrusionOk="0">
                <a:moveTo>
                  <a:pt x="1" y="1"/>
                </a:moveTo>
                <a:cubicBezTo>
                  <a:pt x="5480" y="5480"/>
                  <a:pt x="12657" y="8219"/>
                  <a:pt x="19835" y="8219"/>
                </a:cubicBezTo>
                <a:cubicBezTo>
                  <a:pt x="27013" y="8219"/>
                  <a:pt x="34190" y="5480"/>
                  <a:pt x="39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21"/>
          <p:cNvGrpSpPr/>
          <p:nvPr/>
        </p:nvGrpSpPr>
        <p:grpSpPr>
          <a:xfrm rot="10800000" flipH="1">
            <a:off x="8194688" y="85603"/>
            <a:ext cx="792631" cy="396336"/>
            <a:chOff x="5951723" y="3585890"/>
            <a:chExt cx="681775" cy="340934"/>
          </a:xfrm>
        </p:grpSpPr>
        <p:sp>
          <p:nvSpPr>
            <p:cNvPr id="220" name="Google Shape;220;p21"/>
            <p:cNvSpPr/>
            <p:nvPr/>
          </p:nvSpPr>
          <p:spPr>
            <a:xfrm flipH="1">
              <a:off x="6121258" y="3585890"/>
              <a:ext cx="171400" cy="170491"/>
            </a:xfrm>
            <a:custGeom>
              <a:avLst/>
              <a:gdLst/>
              <a:ahLst/>
              <a:cxnLst/>
              <a:rect l="l" t="t" r="r" b="b"/>
              <a:pathLst>
                <a:path w="3772" h="3752" extrusionOk="0">
                  <a:moveTo>
                    <a:pt x="1" y="1"/>
                  </a:moveTo>
                  <a:lnTo>
                    <a:pt x="1" y="3751"/>
                  </a:lnTo>
                  <a:lnTo>
                    <a:pt x="3771" y="3751"/>
                  </a:lnTo>
                  <a:lnTo>
                    <a:pt x="3771"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1"/>
            <p:cNvSpPr/>
            <p:nvPr/>
          </p:nvSpPr>
          <p:spPr>
            <a:xfrm flipH="1">
              <a:off x="5951723" y="3756333"/>
              <a:ext cx="170491" cy="170491"/>
            </a:xfrm>
            <a:custGeom>
              <a:avLst/>
              <a:gdLst/>
              <a:ahLst/>
              <a:cxnLst/>
              <a:rect l="l" t="t" r="r" b="b"/>
              <a:pathLst>
                <a:path w="3752" h="3752" extrusionOk="0">
                  <a:moveTo>
                    <a:pt x="1" y="0"/>
                  </a:moveTo>
                  <a:lnTo>
                    <a:pt x="1" y="3751"/>
                  </a:lnTo>
                  <a:lnTo>
                    <a:pt x="3751" y="3751"/>
                  </a:lnTo>
                  <a:lnTo>
                    <a:pt x="37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1"/>
            <p:cNvSpPr/>
            <p:nvPr/>
          </p:nvSpPr>
          <p:spPr>
            <a:xfrm flipH="1">
              <a:off x="6462144" y="3585890"/>
              <a:ext cx="171354" cy="170491"/>
            </a:xfrm>
            <a:custGeom>
              <a:avLst/>
              <a:gdLst/>
              <a:ahLst/>
              <a:cxnLst/>
              <a:rect l="l" t="t" r="r" b="b"/>
              <a:pathLst>
                <a:path w="3771" h="3752" extrusionOk="0">
                  <a:moveTo>
                    <a:pt x="0" y="1"/>
                  </a:moveTo>
                  <a:lnTo>
                    <a:pt x="0" y="3751"/>
                  </a:lnTo>
                  <a:lnTo>
                    <a:pt x="3771" y="3751"/>
                  </a:lnTo>
                  <a:lnTo>
                    <a:pt x="3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1"/>
            <p:cNvSpPr/>
            <p:nvPr/>
          </p:nvSpPr>
          <p:spPr>
            <a:xfrm flipH="1">
              <a:off x="6291701" y="3756333"/>
              <a:ext cx="171400" cy="170491"/>
            </a:xfrm>
            <a:custGeom>
              <a:avLst/>
              <a:gdLst/>
              <a:ahLst/>
              <a:cxnLst/>
              <a:rect l="l" t="t" r="r" b="b"/>
              <a:pathLst>
                <a:path w="3772" h="3752" extrusionOk="0">
                  <a:moveTo>
                    <a:pt x="1" y="0"/>
                  </a:moveTo>
                  <a:lnTo>
                    <a:pt x="1" y="3751"/>
                  </a:lnTo>
                  <a:lnTo>
                    <a:pt x="3771" y="3751"/>
                  </a:lnTo>
                  <a:lnTo>
                    <a:pt x="3771" y="0"/>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 name="Google Shape;224;p21"/>
          <p:cNvSpPr/>
          <p:nvPr/>
        </p:nvSpPr>
        <p:spPr>
          <a:xfrm>
            <a:off x="-11" y="4548525"/>
            <a:ext cx="594574" cy="594944"/>
          </a:xfrm>
          <a:custGeom>
            <a:avLst/>
            <a:gdLst/>
            <a:ahLst/>
            <a:cxnLst/>
            <a:rect l="l" t="t" r="r" b="b"/>
            <a:pathLst>
              <a:path w="47367" h="47387" extrusionOk="0">
                <a:moveTo>
                  <a:pt x="0" y="1"/>
                </a:moveTo>
                <a:lnTo>
                  <a:pt x="0" y="47387"/>
                </a:lnTo>
                <a:lnTo>
                  <a:pt x="47367" y="47387"/>
                </a:lnTo>
                <a:lnTo>
                  <a:pt x="47367" y="31598"/>
                </a:lnTo>
                <a:lnTo>
                  <a:pt x="31578" y="31598"/>
                </a:lnTo>
                <a:lnTo>
                  <a:pt x="31578" y="15790"/>
                </a:lnTo>
                <a:lnTo>
                  <a:pt x="15789" y="15790"/>
                </a:lnTo>
                <a:lnTo>
                  <a:pt x="15789" y="1"/>
                </a:ln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 name="Google Shape;225;p21"/>
          <p:cNvGrpSpPr/>
          <p:nvPr/>
        </p:nvGrpSpPr>
        <p:grpSpPr>
          <a:xfrm>
            <a:off x="4047988" y="4822082"/>
            <a:ext cx="672125" cy="335857"/>
            <a:chOff x="482325" y="4822082"/>
            <a:chExt cx="672125" cy="335857"/>
          </a:xfrm>
        </p:grpSpPr>
        <p:sp>
          <p:nvSpPr>
            <p:cNvPr id="226" name="Google Shape;226;p21"/>
            <p:cNvSpPr/>
            <p:nvPr/>
          </p:nvSpPr>
          <p:spPr>
            <a:xfrm>
              <a:off x="482325" y="4822082"/>
              <a:ext cx="672125" cy="335850"/>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1"/>
            <p:cNvSpPr/>
            <p:nvPr/>
          </p:nvSpPr>
          <p:spPr>
            <a:xfrm>
              <a:off x="605388" y="4945077"/>
              <a:ext cx="425993" cy="212862"/>
            </a:xfrm>
            <a:custGeom>
              <a:avLst/>
              <a:gdLst/>
              <a:ahLst/>
              <a:cxnLst/>
              <a:rect l="l" t="t" r="r" b="b"/>
              <a:pathLst>
                <a:path w="26885" h="13434" extrusionOk="0">
                  <a:moveTo>
                    <a:pt x="13433" y="1"/>
                  </a:moveTo>
                  <a:cubicBezTo>
                    <a:pt x="6009" y="1"/>
                    <a:pt x="0" y="6010"/>
                    <a:pt x="0" y="13433"/>
                  </a:cubicBezTo>
                  <a:lnTo>
                    <a:pt x="26884" y="13433"/>
                  </a:lnTo>
                  <a:cubicBezTo>
                    <a:pt x="26884" y="6010"/>
                    <a:pt x="20856" y="1"/>
                    <a:pt x="13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0BF8-6686-4F02-AB36-9614142B369E}"/>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93B406FE-1165-421C-8D35-96F0CFEA6D5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7B22AA-13F6-430C-B5C3-3ED6A1325F28}"/>
              </a:ext>
            </a:extLst>
          </p:cNvPr>
          <p:cNvSpPr>
            <a:spLocks noGrp="1"/>
          </p:cNvSpPr>
          <p:nvPr>
            <p:ph type="dt" sz="half" idx="10"/>
          </p:nvPr>
        </p:nvSpPr>
        <p:spPr/>
        <p:txBody>
          <a:bodyPr/>
          <a:lstStyle/>
          <a:p>
            <a:fld id="{1661375A-C223-44C8-917C-F7C3A1BCD50F}" type="datetimeFigureOut">
              <a:rPr lang="en-GB" smtClean="0"/>
              <a:t>01/10/2026</a:t>
            </a:fld>
            <a:endParaRPr lang="en-GB"/>
          </a:p>
        </p:txBody>
      </p:sp>
      <p:sp>
        <p:nvSpPr>
          <p:cNvPr id="5" name="Footer Placeholder 4">
            <a:extLst>
              <a:ext uri="{FF2B5EF4-FFF2-40B4-BE49-F238E27FC236}">
                <a16:creationId xmlns:a16="http://schemas.microsoft.com/office/drawing/2014/main" id="{12FB799C-1B8A-42C0-AD53-6DBEF2EC7E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C035E-958A-44D5-9920-E77375E90336}"/>
              </a:ext>
            </a:extLst>
          </p:cNvPr>
          <p:cNvSpPr>
            <a:spLocks noGrp="1"/>
          </p:cNvSpPr>
          <p:nvPr>
            <p:ph type="sldNum" sz="quarter" idx="12"/>
          </p:nvPr>
        </p:nvSpPr>
        <p:spPr/>
        <p:txBody>
          <a:bodyPr/>
          <a:lstStyle/>
          <a:p>
            <a:fld id="{6983841B-0DB4-4C99-B5E5-79625F01DBF7}" type="slidenum">
              <a:rPr lang="en-GB" smtClean="0"/>
              <a:t>‹N°›</a:t>
            </a:fld>
            <a:endParaRPr lang="en-GB"/>
          </a:p>
        </p:txBody>
      </p:sp>
    </p:spTree>
    <p:extLst>
      <p:ext uri="{BB962C8B-B14F-4D97-AF65-F5344CB8AC3E}">
        <p14:creationId xmlns:p14="http://schemas.microsoft.com/office/powerpoint/2010/main" val="337800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2pPr>
            <a:lvl3pPr lvl="2"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3pPr>
            <a:lvl4pPr lvl="3"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4pPr>
            <a:lvl5pPr lvl="4"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5pPr>
            <a:lvl6pPr lvl="5"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6pPr>
            <a:lvl7pPr lvl="6"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7pPr>
            <a:lvl8pPr lvl="7"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8pPr>
            <a:lvl9pPr lvl="8" rtl="0">
              <a:spcBef>
                <a:spcPts val="0"/>
              </a:spcBef>
              <a:spcAft>
                <a:spcPts val="0"/>
              </a:spcAft>
              <a:buClr>
                <a:schemeClr val="dk1"/>
              </a:buClr>
              <a:buSzPts val="3000"/>
              <a:buFont typeface="Raleway Black"/>
              <a:buNone/>
              <a:defRPr sz="3000">
                <a:solidFill>
                  <a:schemeClr val="dk1"/>
                </a:solidFill>
                <a:latin typeface="Raleway Black"/>
                <a:ea typeface="Raleway Black"/>
                <a:cs typeface="Raleway Black"/>
                <a:sym typeface="Raleway Blac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1pPr>
            <a:lvl2pPr marL="914400" lvl="1"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2pPr>
            <a:lvl3pPr marL="1371600" lvl="2"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3pPr>
            <a:lvl4pPr marL="1828800" lvl="3"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4pPr>
            <a:lvl5pPr marL="2286000" lvl="4"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5pPr>
            <a:lvl6pPr marL="2743200" lvl="5"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6pPr>
            <a:lvl7pPr marL="3200400" lvl="6"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7pPr>
            <a:lvl8pPr marL="3657600" lvl="7"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8pPr>
            <a:lvl9pPr marL="4114800" lvl="8"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 id="2147483658" r:id="rId6"/>
    <p:sldLayoutId id="2147483663" r:id="rId7"/>
    <p:sldLayoutId id="2147483666" r:id="rId8"/>
    <p:sldLayoutId id="2147483667" r:id="rId9"/>
    <p:sldLayoutId id="214748367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29" name="Image 28">
            <a:extLst>
              <a:ext uri="{FF2B5EF4-FFF2-40B4-BE49-F238E27FC236}">
                <a16:creationId xmlns:a16="http://schemas.microsoft.com/office/drawing/2014/main" id="{DED404A5-05AC-4EA1-A377-5434F9C2B91F}"/>
              </a:ext>
            </a:extLst>
          </p:cNvPr>
          <p:cNvPicPr>
            <a:picLocks noChangeAspect="1"/>
          </p:cNvPicPr>
          <p:nvPr/>
        </p:nvPicPr>
        <p:blipFill>
          <a:blip r:embed="rId3"/>
          <a:stretch>
            <a:fillRect/>
          </a:stretch>
        </p:blipFill>
        <p:spPr>
          <a:xfrm>
            <a:off x="3205478" y="-26652"/>
            <a:ext cx="2733041" cy="1537336"/>
          </a:xfrm>
          <a:prstGeom prst="rect">
            <a:avLst/>
          </a:prstGeom>
        </p:spPr>
      </p:pic>
      <p:sp>
        <p:nvSpPr>
          <p:cNvPr id="32" name="ZoneTexte 31">
            <a:extLst>
              <a:ext uri="{FF2B5EF4-FFF2-40B4-BE49-F238E27FC236}">
                <a16:creationId xmlns:a16="http://schemas.microsoft.com/office/drawing/2014/main" id="{888AB354-4718-4FE8-94B0-9146530FC093}"/>
              </a:ext>
            </a:extLst>
          </p:cNvPr>
          <p:cNvSpPr txBox="1"/>
          <p:nvPr/>
        </p:nvSpPr>
        <p:spPr>
          <a:xfrm>
            <a:off x="2758830" y="3306235"/>
            <a:ext cx="3560962" cy="1169551"/>
          </a:xfrm>
          <a:prstGeom prst="rect">
            <a:avLst/>
          </a:prstGeom>
          <a:noFill/>
        </p:spPr>
        <p:txBody>
          <a:bodyPr wrap="square" rtlCol="0">
            <a:spAutoFit/>
          </a:bodyPr>
          <a:lstStyle/>
          <a:p>
            <a:pPr algn="ct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sym typeface="Raleway Black"/>
              </a:rPr>
              <a:t>Département : </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3M</a:t>
            </a:r>
          </a:p>
          <a:p>
            <a:pPr algn="ct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sym typeface="Raleway Black"/>
              </a:rPr>
              <a:t>Filière : </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Système embarqué industrielle </a:t>
            </a:r>
          </a:p>
          <a:p>
            <a:pPr algn="ctr">
              <a:buClr>
                <a:schemeClr val="dk1"/>
              </a:buClr>
              <a:buSzPts val="3000"/>
            </a:pPr>
            <a:r>
              <a:rPr lang="fr-FR" b="1" dirty="0">
                <a:solidFill>
                  <a:schemeClr val="tx1"/>
                </a:solidFill>
                <a:latin typeface="Noto Sans" panose="020B0502040504020204" pitchFamily="34" charset="0"/>
                <a:ea typeface="Noto Sans" panose="020B0502040504020204" pitchFamily="34" charset="0"/>
                <a:cs typeface="Noto Sans" panose="020B0502040504020204" pitchFamily="34" charset="0"/>
                <a:sym typeface="Raleway Black"/>
              </a:rPr>
              <a:t>Année universitaire:</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2024/2025</a:t>
            </a:r>
          </a:p>
          <a:p>
            <a:endParaRPr lang="fr-FR" dirty="0"/>
          </a:p>
        </p:txBody>
      </p:sp>
      <p:grpSp>
        <p:nvGrpSpPr>
          <p:cNvPr id="34" name="Groupe 33">
            <a:extLst>
              <a:ext uri="{FF2B5EF4-FFF2-40B4-BE49-F238E27FC236}">
                <a16:creationId xmlns:a16="http://schemas.microsoft.com/office/drawing/2014/main" id="{93F3DB37-2DE5-4040-95A5-1F783A814C5D}"/>
              </a:ext>
            </a:extLst>
          </p:cNvPr>
          <p:cNvGrpSpPr/>
          <p:nvPr/>
        </p:nvGrpSpPr>
        <p:grpSpPr>
          <a:xfrm>
            <a:off x="536608" y="1424088"/>
            <a:ext cx="8070782" cy="1883826"/>
            <a:chOff x="1373781" y="2145704"/>
            <a:chExt cx="6345041" cy="2486025"/>
          </a:xfrm>
        </p:grpSpPr>
        <p:sp>
          <p:nvSpPr>
            <p:cNvPr id="33" name="Cadre 32">
              <a:extLst>
                <a:ext uri="{FF2B5EF4-FFF2-40B4-BE49-F238E27FC236}">
                  <a16:creationId xmlns:a16="http://schemas.microsoft.com/office/drawing/2014/main" id="{6EFC4517-512B-4968-9A76-5D01C0233384}"/>
                </a:ext>
              </a:extLst>
            </p:cNvPr>
            <p:cNvSpPr/>
            <p:nvPr/>
          </p:nvSpPr>
          <p:spPr>
            <a:xfrm>
              <a:off x="1373781" y="2145704"/>
              <a:ext cx="6293644" cy="2462014"/>
            </a:xfrm>
            <a:prstGeom prst="frame">
              <a:avLst>
                <a:gd name="adj1" fmla="val 2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7" name="Cadre 46">
              <a:extLst>
                <a:ext uri="{FF2B5EF4-FFF2-40B4-BE49-F238E27FC236}">
                  <a16:creationId xmlns:a16="http://schemas.microsoft.com/office/drawing/2014/main" id="{E522FC54-07DD-4993-AFE1-A89AAC91B34E}"/>
                </a:ext>
              </a:extLst>
            </p:cNvPr>
            <p:cNvSpPr/>
            <p:nvPr/>
          </p:nvSpPr>
          <p:spPr>
            <a:xfrm>
              <a:off x="1425178" y="2169715"/>
              <a:ext cx="6293644" cy="2462014"/>
            </a:xfrm>
            <a:prstGeom prst="frame">
              <a:avLst>
                <a:gd name="adj1" fmla="val 263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sp>
        <p:nvSpPr>
          <p:cNvPr id="35" name="ZoneTexte 34">
            <a:extLst>
              <a:ext uri="{FF2B5EF4-FFF2-40B4-BE49-F238E27FC236}">
                <a16:creationId xmlns:a16="http://schemas.microsoft.com/office/drawing/2014/main" id="{0ED26164-8469-4AD8-A5DF-19BCAEC28A43}"/>
              </a:ext>
            </a:extLst>
          </p:cNvPr>
          <p:cNvSpPr txBox="1"/>
          <p:nvPr/>
        </p:nvSpPr>
        <p:spPr>
          <a:xfrm>
            <a:off x="769336" y="1457846"/>
            <a:ext cx="7539950" cy="2057999"/>
          </a:xfrm>
          <a:prstGeom prst="rect">
            <a:avLst/>
          </a:prstGeom>
          <a:noFill/>
        </p:spPr>
        <p:txBody>
          <a:bodyPr wrap="square" rtlCol="0">
            <a:spAutoFit/>
          </a:bodyPr>
          <a:lstStyle/>
          <a:p>
            <a:pPr algn="ctr">
              <a:lnSpc>
                <a:spcPct val="115000"/>
              </a:lnSpc>
              <a:spcAft>
                <a:spcPts val="375"/>
              </a:spcAft>
            </a:pPr>
            <a:r>
              <a:rPr lang="fr-FR" sz="3200" b="1" dirty="0">
                <a:solidFill>
                  <a:schemeClr val="tx1"/>
                </a:solidFill>
                <a:latin typeface="Noto Sans" panose="020B0502040504020204" pitchFamily="34" charset="0"/>
                <a:ea typeface="Noto Sans" panose="020B0502040504020204" pitchFamily="34" charset="0"/>
                <a:cs typeface="Noto Sans" panose="020B0502040504020204" pitchFamily="34" charset="0"/>
              </a:rPr>
              <a:t>Système ADAS basé sur le comportement physiologique du conducteur </a:t>
            </a:r>
          </a:p>
          <a:p>
            <a:endParaRPr lang="fr-FR" dirty="0"/>
          </a:p>
        </p:txBody>
      </p:sp>
      <p:sp>
        <p:nvSpPr>
          <p:cNvPr id="8" name="ZoneTexte 7">
            <a:extLst>
              <a:ext uri="{FF2B5EF4-FFF2-40B4-BE49-F238E27FC236}">
                <a16:creationId xmlns:a16="http://schemas.microsoft.com/office/drawing/2014/main" id="{E9F02892-1BA6-43A3-BF55-B389BEF21508}"/>
              </a:ext>
            </a:extLst>
          </p:cNvPr>
          <p:cNvSpPr txBox="1"/>
          <p:nvPr/>
        </p:nvSpPr>
        <p:spPr>
          <a:xfrm>
            <a:off x="536608" y="3321719"/>
            <a:ext cx="2320286" cy="738664"/>
          </a:xfrm>
          <a:prstGeom prst="rect">
            <a:avLst/>
          </a:prstGeom>
          <a:noFill/>
        </p:spPr>
        <p:txBody>
          <a:bodyPr wrap="square" rtlCol="0">
            <a:spAutoFit/>
          </a:bodyPr>
          <a:lstStyle/>
          <a:p>
            <a:pP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sym typeface="Raleway Black"/>
              </a:rPr>
              <a:t>Réalisé par : </a:t>
            </a:r>
          </a:p>
          <a:p>
            <a:pPr>
              <a:buClr>
                <a:schemeClr val="dk1"/>
              </a:buClr>
              <a:buSzPts val="3000"/>
            </a:pPr>
            <a:r>
              <a:rPr lang="fr-FR" b="1" dirty="0">
                <a:solidFill>
                  <a:srgbClr val="FACE01"/>
                </a:solidFill>
                <a:latin typeface="Noto Sans" panose="020B0502040504020204" pitchFamily="34" charset="0"/>
                <a:ea typeface="Noto Sans" panose="020B0502040504020204" pitchFamily="34" charset="0"/>
                <a:cs typeface="Noto Sans" panose="020B0502040504020204" pitchFamily="34" charset="0"/>
                <a:sym typeface="Raleway Black"/>
              </a:rPr>
              <a:t>ANOUAR EL </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BOUZAIDI</a:t>
            </a:r>
          </a:p>
          <a:p>
            <a:pPr>
              <a:buClr>
                <a:schemeClr val="dk1"/>
              </a:buClr>
              <a:buSzPts val="3000"/>
            </a:pP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ALI B</a:t>
            </a:r>
            <a:r>
              <a:rPr lang="fr-FR" b="1" dirty="0">
                <a:solidFill>
                  <a:srgbClr val="FACE01"/>
                </a:solidFill>
                <a:latin typeface="Noto Sans" panose="020B0502040504020204" pitchFamily="34" charset="0"/>
                <a:ea typeface="Noto Sans" panose="020B0502040504020204" pitchFamily="34" charset="0"/>
                <a:cs typeface="Noto Sans" panose="020B0502040504020204" pitchFamily="34" charset="0"/>
                <a:sym typeface="Raleway Black"/>
              </a:rPr>
              <a:t>OU</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AOUID</a:t>
            </a:r>
            <a:endParaRPr lang="fr-FR" dirty="0"/>
          </a:p>
        </p:txBody>
      </p:sp>
      <p:sp>
        <p:nvSpPr>
          <p:cNvPr id="9" name="ZoneTexte 8">
            <a:extLst>
              <a:ext uri="{FF2B5EF4-FFF2-40B4-BE49-F238E27FC236}">
                <a16:creationId xmlns:a16="http://schemas.microsoft.com/office/drawing/2014/main" id="{17783FE8-3AC6-4DE9-B4B8-673E418845B8}"/>
              </a:ext>
            </a:extLst>
          </p:cNvPr>
          <p:cNvSpPr txBox="1"/>
          <p:nvPr/>
        </p:nvSpPr>
        <p:spPr>
          <a:xfrm>
            <a:off x="7012142" y="3305282"/>
            <a:ext cx="1562560" cy="523220"/>
          </a:xfrm>
          <a:prstGeom prst="rect">
            <a:avLst/>
          </a:prstGeom>
          <a:noFill/>
        </p:spPr>
        <p:txBody>
          <a:bodyPr wrap="square" rtlCol="0">
            <a:spAutoFit/>
          </a:bodyPr>
          <a:lstStyle/>
          <a:p>
            <a:pP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sym typeface="Raleway Black"/>
              </a:rPr>
              <a:t>Encadré par : </a:t>
            </a:r>
          </a:p>
          <a:p>
            <a:pPr>
              <a:buClr>
                <a:schemeClr val="dk1"/>
              </a:buClr>
              <a:buSzPts val="3000"/>
            </a:pP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Pr. Adil </a:t>
            </a:r>
            <a:r>
              <a:rPr lang="fr-FR" b="1" dirty="0" err="1">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rPr>
              <a:t>Salbi</a:t>
            </a:r>
            <a:endPar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sym typeface="Raleway Black"/>
            </a:endParaRPr>
          </a:p>
        </p:txBody>
      </p:sp>
      <p:sp>
        <p:nvSpPr>
          <p:cNvPr id="11" name="ZoneTexte 10">
            <a:extLst>
              <a:ext uri="{FF2B5EF4-FFF2-40B4-BE49-F238E27FC236}">
                <a16:creationId xmlns:a16="http://schemas.microsoft.com/office/drawing/2014/main" id="{00EAF4BB-02BA-4743-8CA1-E08D198AF768}"/>
              </a:ext>
            </a:extLst>
          </p:cNvPr>
          <p:cNvSpPr txBox="1"/>
          <p:nvPr/>
        </p:nvSpPr>
        <p:spPr>
          <a:xfrm>
            <a:off x="2253311" y="4269255"/>
            <a:ext cx="4572000" cy="738664"/>
          </a:xfrm>
          <a:prstGeom prst="rect">
            <a:avLst/>
          </a:prstGeom>
          <a:noFill/>
        </p:spPr>
        <p:txBody>
          <a:bodyPr wrap="square">
            <a:spAutoFit/>
          </a:bodyPr>
          <a:lstStyle/>
          <a:p>
            <a:pPr algn="ct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rPr>
              <a:t>Présenté devant le jury :</a:t>
            </a:r>
          </a:p>
          <a:p>
            <a:pPr algn="ct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rPr>
              <a:t>Pr. M.BENMALEK: </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rPr>
              <a:t>Président</a:t>
            </a:r>
          </a:p>
          <a:p>
            <a:pPr algn="ctr">
              <a:buClr>
                <a:schemeClr val="dk1"/>
              </a:buClr>
              <a:buSzPts val="3000"/>
            </a:pPr>
            <a:r>
              <a:rPr lang="fr-FR" b="1" dirty="0">
                <a:solidFill>
                  <a:schemeClr val="dk1"/>
                </a:solidFill>
                <a:latin typeface="Noto Sans" panose="020B0502040504020204" pitchFamily="34" charset="0"/>
                <a:ea typeface="Noto Sans" panose="020B0502040504020204" pitchFamily="34" charset="0"/>
                <a:cs typeface="Noto Sans" panose="020B0502040504020204" pitchFamily="34" charset="0"/>
              </a:rPr>
              <a:t>Pr. A.SALBI: </a:t>
            </a:r>
            <a:r>
              <a:rPr lang="fr-FR" b="1" dirty="0">
                <a:solidFill>
                  <a:schemeClr val="bg2"/>
                </a:solidFill>
                <a:latin typeface="Noto Sans" panose="020B0502040504020204" pitchFamily="34" charset="0"/>
                <a:ea typeface="Noto Sans" panose="020B0502040504020204" pitchFamily="34" charset="0"/>
                <a:cs typeface="Noto Sans" panose="020B0502040504020204" pitchFamily="34" charset="0"/>
              </a:rPr>
              <a:t>Encadrant</a:t>
            </a:r>
          </a:p>
        </p:txBody>
      </p:sp>
    </p:spTree>
    <p:extLst>
      <p:ext uri="{BB962C8B-B14F-4D97-AF65-F5344CB8AC3E}">
        <p14:creationId xmlns:p14="http://schemas.microsoft.com/office/powerpoint/2010/main" val="746536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 name="Image 148">
            <a:extLst>
              <a:ext uri="{FF2B5EF4-FFF2-40B4-BE49-F238E27FC236}">
                <a16:creationId xmlns:a16="http://schemas.microsoft.com/office/drawing/2014/main" id="{D37412DD-9908-423B-90F9-5B61C36FD96F}"/>
              </a:ext>
            </a:extLst>
          </p:cNvPr>
          <p:cNvPicPr>
            <a:picLocks noChangeAspect="1"/>
          </p:cNvPicPr>
          <p:nvPr/>
        </p:nvPicPr>
        <p:blipFill rotWithShape="1">
          <a:blip r:embed="rId3"/>
          <a:srcRect r="40969"/>
          <a:stretch/>
        </p:blipFill>
        <p:spPr>
          <a:xfrm rot="10800000">
            <a:off x="4917664" y="-506"/>
            <a:ext cx="4226336" cy="5144006"/>
          </a:xfrm>
          <a:prstGeom prst="rect">
            <a:avLst/>
          </a:prstGeom>
        </p:spPr>
      </p:pic>
      <p:pic>
        <p:nvPicPr>
          <p:cNvPr id="25" name="Image 24">
            <a:extLst>
              <a:ext uri="{FF2B5EF4-FFF2-40B4-BE49-F238E27FC236}">
                <a16:creationId xmlns:a16="http://schemas.microsoft.com/office/drawing/2014/main" id="{9F2705E9-B912-44F1-A87B-481E90D8314F}"/>
              </a:ext>
            </a:extLst>
          </p:cNvPr>
          <p:cNvPicPr>
            <a:picLocks noChangeAspect="1"/>
          </p:cNvPicPr>
          <p:nvPr/>
        </p:nvPicPr>
        <p:blipFill rotWithShape="1">
          <a:blip r:embed="rId3"/>
          <a:srcRect r="40969"/>
          <a:stretch/>
        </p:blipFill>
        <p:spPr>
          <a:xfrm>
            <a:off x="0" y="0"/>
            <a:ext cx="5397784" cy="5144006"/>
          </a:xfrm>
          <a:prstGeom prst="rect">
            <a:avLst/>
          </a:prstGeom>
        </p:spPr>
      </p:pic>
      <p:grpSp>
        <p:nvGrpSpPr>
          <p:cNvPr id="8" name="Groupe 7">
            <a:extLst>
              <a:ext uri="{FF2B5EF4-FFF2-40B4-BE49-F238E27FC236}">
                <a16:creationId xmlns:a16="http://schemas.microsoft.com/office/drawing/2014/main" id="{55882215-D935-4396-8A76-D6D3EF11DF55}"/>
              </a:ext>
            </a:extLst>
          </p:cNvPr>
          <p:cNvGrpSpPr/>
          <p:nvPr/>
        </p:nvGrpSpPr>
        <p:grpSpPr>
          <a:xfrm>
            <a:off x="725671" y="966685"/>
            <a:ext cx="1559128" cy="1827927"/>
            <a:chOff x="-67168" y="1474612"/>
            <a:chExt cx="1948786" cy="2293771"/>
          </a:xfrm>
        </p:grpSpPr>
        <p:grpSp>
          <p:nvGrpSpPr>
            <p:cNvPr id="7" name="Group 6">
              <a:extLst>
                <a:ext uri="{FF2B5EF4-FFF2-40B4-BE49-F238E27FC236}">
                  <a16:creationId xmlns:a16="http://schemas.microsoft.com/office/drawing/2014/main" id="{F4721FE7-8B9D-4AF6-8DBD-CAB7C146E488}"/>
                </a:ext>
              </a:extLst>
            </p:cNvPr>
            <p:cNvGrpSpPr/>
            <p:nvPr/>
          </p:nvGrpSpPr>
          <p:grpSpPr>
            <a:xfrm>
              <a:off x="0" y="1474612"/>
              <a:ext cx="1805234" cy="1392885"/>
              <a:chOff x="1009650" y="2102584"/>
              <a:chExt cx="3678465" cy="2838234"/>
            </a:xfrm>
            <a:solidFill>
              <a:schemeClr val="accent1"/>
            </a:solidFill>
          </p:grpSpPr>
          <p:sp>
            <p:nvSpPr>
              <p:cNvPr id="4" name="Block Arc 3">
                <a:extLst>
                  <a:ext uri="{FF2B5EF4-FFF2-40B4-BE49-F238E27FC236}">
                    <a16:creationId xmlns:a16="http://schemas.microsoft.com/office/drawing/2014/main" id="{C6514EBA-5706-4E9B-8CD6-D5F040CAD4D8}"/>
                  </a:ext>
                </a:extLst>
              </p:cNvPr>
              <p:cNvSpPr/>
              <p:nvPr/>
            </p:nvSpPr>
            <p:spPr>
              <a:xfrm>
                <a:off x="1009650" y="2102584"/>
                <a:ext cx="2838234" cy="2838234"/>
              </a:xfrm>
              <a:prstGeom prst="blockArc">
                <a:avLst>
                  <a:gd name="adj1" fmla="val 21570102"/>
                  <a:gd name="adj2" fmla="val 17581411"/>
                  <a:gd name="adj3" fmla="val 1058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6" name="Arrow: Right 5">
                <a:extLst>
                  <a:ext uri="{FF2B5EF4-FFF2-40B4-BE49-F238E27FC236}">
                    <a16:creationId xmlns:a16="http://schemas.microsoft.com/office/drawing/2014/main" id="{B94E1E0F-28A0-4214-99F9-3E2767B35EF6}"/>
                  </a:ext>
                </a:extLst>
              </p:cNvPr>
              <p:cNvSpPr/>
              <p:nvPr/>
            </p:nvSpPr>
            <p:spPr>
              <a:xfrm>
                <a:off x="3541485" y="3216902"/>
                <a:ext cx="1146630" cy="609600"/>
              </a:xfrm>
              <a:prstGeom prst="rightArrow">
                <a:avLst>
                  <a:gd name="adj1" fmla="val 50000"/>
                  <a:gd name="adj2" fmla="val 7381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9" name="TextBox 18">
              <a:extLst>
                <a:ext uri="{FF2B5EF4-FFF2-40B4-BE49-F238E27FC236}">
                  <a16:creationId xmlns:a16="http://schemas.microsoft.com/office/drawing/2014/main" id="{53048EC2-07B4-4E3A-BD90-A648C2D67BC5}"/>
                </a:ext>
              </a:extLst>
            </p:cNvPr>
            <p:cNvSpPr txBox="1"/>
            <p:nvPr/>
          </p:nvSpPr>
          <p:spPr>
            <a:xfrm>
              <a:off x="32150" y="1554777"/>
              <a:ext cx="1325966" cy="1788195"/>
            </a:xfrm>
            <a:prstGeom prst="rect">
              <a:avLst/>
            </a:prstGeom>
            <a:noFill/>
          </p:spPr>
          <p:txBody>
            <a:bodyPr wrap="square" rtlCol="0">
              <a:spAutoFit/>
            </a:bodyPr>
            <a:lstStyle/>
            <a:p>
              <a:pPr algn="ctr" defTabSz="685800">
                <a:buClrTx/>
                <a:defRPr/>
              </a:pPr>
              <a:r>
                <a:rPr lang="ru-RU" sz="6000" b="1" kern="1200" dirty="0">
                  <a:latin typeface="Open Sans" panose="020B0606030504020204" pitchFamily="34" charset="0"/>
                </a:rPr>
                <a:t>1</a:t>
              </a:r>
              <a:endParaRPr lang="en-GB" sz="6000" b="1" kern="1200" dirty="0">
                <a:latin typeface="Noto Sans" panose="020B0502040504020204" pitchFamily="34"/>
                <a:ea typeface="Noto Sans" panose="020B0502040504020204" pitchFamily="34"/>
                <a:cs typeface="Noto Sans" panose="020B0502040504020204" pitchFamily="34"/>
              </a:endParaRPr>
            </a:p>
          </p:txBody>
        </p:sp>
        <p:sp>
          <p:nvSpPr>
            <p:cNvPr id="29" name="TextBox 28" descr="Introduction&#10;">
              <a:extLst>
                <a:ext uri="{FF2B5EF4-FFF2-40B4-BE49-F238E27FC236}">
                  <a16:creationId xmlns:a16="http://schemas.microsoft.com/office/drawing/2014/main" id="{3F7B4704-66F4-4D5E-B399-6D46D79D2C05}"/>
                </a:ext>
                <a:ext uri="{C183D7F6-B498-43B3-948B-1728B52AA6E4}">
                  <adec:decorative xmlns:adec="http://schemas.microsoft.com/office/drawing/2017/decorative" val="0"/>
                </a:ext>
              </a:extLst>
            </p:cNvPr>
            <p:cNvSpPr txBox="1"/>
            <p:nvPr/>
          </p:nvSpPr>
          <p:spPr>
            <a:xfrm>
              <a:off x="-67168" y="3034579"/>
              <a:ext cx="1948786" cy="73380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Introduction et </a:t>
              </a:r>
              <a:r>
                <a:rPr lang="en-GB" sz="1600" b="1" kern="1200" dirty="0" err="1">
                  <a:latin typeface="Noto Sans" panose="020B0502040504020204" pitchFamily="34"/>
                  <a:ea typeface="Noto Sans" panose="020B0502040504020204" pitchFamily="34"/>
                  <a:cs typeface="Noto Sans" panose="020B0502040504020204" pitchFamily="34"/>
                </a:rPr>
                <a:t>Contexte</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5" name="TextBox 4">
            <a:extLst>
              <a:ext uri="{FF2B5EF4-FFF2-40B4-BE49-F238E27FC236}">
                <a16:creationId xmlns:a16="http://schemas.microsoft.com/office/drawing/2014/main" id="{6699AC3C-FE44-4341-B799-F20DE8937C2B}"/>
              </a:ext>
            </a:extLst>
          </p:cNvPr>
          <p:cNvSpPr txBox="1"/>
          <p:nvPr/>
        </p:nvSpPr>
        <p:spPr>
          <a:xfrm>
            <a:off x="3293507" y="26777"/>
            <a:ext cx="1598759" cy="669414"/>
          </a:xfrm>
          <a:prstGeom prst="rect">
            <a:avLst/>
          </a:prstGeom>
          <a:noFill/>
        </p:spPr>
        <p:txBody>
          <a:bodyPr wrap="square" rtlCol="0">
            <a:spAutoFit/>
          </a:bodyPr>
          <a:lstStyle/>
          <a:p>
            <a:pPr algn="ctr" defTabSz="685800">
              <a:buClrTx/>
              <a:defRPr/>
            </a:pPr>
            <a:r>
              <a:rPr lang="en-US" sz="3750" b="1" kern="1200" dirty="0">
                <a:solidFill>
                  <a:srgbClr val="FFA600"/>
                </a:solidFill>
                <a:latin typeface="Noto Sans" panose="020B0502040504020204" pitchFamily="34"/>
                <a:ea typeface="Noto Sans" panose="020B0502040504020204" pitchFamily="34"/>
                <a:cs typeface="Noto Sans" panose="020B0502040504020204" pitchFamily="34"/>
              </a:rPr>
              <a:t>PLAN</a:t>
            </a:r>
          </a:p>
        </p:txBody>
      </p:sp>
      <p:grpSp>
        <p:nvGrpSpPr>
          <p:cNvPr id="101" name="Groupe 100">
            <a:extLst>
              <a:ext uri="{FF2B5EF4-FFF2-40B4-BE49-F238E27FC236}">
                <a16:creationId xmlns:a16="http://schemas.microsoft.com/office/drawing/2014/main" id="{A0229D47-E420-46F6-A01D-F47F3253A24E}"/>
              </a:ext>
            </a:extLst>
          </p:cNvPr>
          <p:cNvGrpSpPr/>
          <p:nvPr/>
        </p:nvGrpSpPr>
        <p:grpSpPr>
          <a:xfrm>
            <a:off x="4899919" y="3088729"/>
            <a:ext cx="1802683" cy="1943296"/>
            <a:chOff x="0" y="1474612"/>
            <a:chExt cx="2253210" cy="2438541"/>
          </a:xfrm>
        </p:grpSpPr>
        <p:grpSp>
          <p:nvGrpSpPr>
            <p:cNvPr id="102" name="Group 6">
              <a:extLst>
                <a:ext uri="{FF2B5EF4-FFF2-40B4-BE49-F238E27FC236}">
                  <a16:creationId xmlns:a16="http://schemas.microsoft.com/office/drawing/2014/main" id="{AE11F627-DC93-458C-A254-9C5905E222C8}"/>
                </a:ext>
              </a:extLst>
            </p:cNvPr>
            <p:cNvGrpSpPr/>
            <p:nvPr/>
          </p:nvGrpSpPr>
          <p:grpSpPr>
            <a:xfrm>
              <a:off x="0" y="1474612"/>
              <a:ext cx="1805234" cy="1392885"/>
              <a:chOff x="1009650" y="2102584"/>
              <a:chExt cx="3678465" cy="2838234"/>
            </a:xfrm>
            <a:solidFill>
              <a:schemeClr val="accent1"/>
            </a:solidFill>
          </p:grpSpPr>
          <p:sp>
            <p:nvSpPr>
              <p:cNvPr id="105" name="Block Arc 3">
                <a:extLst>
                  <a:ext uri="{FF2B5EF4-FFF2-40B4-BE49-F238E27FC236}">
                    <a16:creationId xmlns:a16="http://schemas.microsoft.com/office/drawing/2014/main" id="{2BF0CFCB-DF4B-4241-B719-A366ECAB7CEA}"/>
                  </a:ext>
                </a:extLst>
              </p:cNvPr>
              <p:cNvSpPr/>
              <p:nvPr/>
            </p:nvSpPr>
            <p:spPr>
              <a:xfrm>
                <a:off x="1009650" y="2102584"/>
                <a:ext cx="2838234" cy="2838234"/>
              </a:xfrm>
              <a:prstGeom prst="blockArc">
                <a:avLst>
                  <a:gd name="adj1" fmla="val 21570102"/>
                  <a:gd name="adj2" fmla="val 17581411"/>
                  <a:gd name="adj3" fmla="val 10584"/>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06" name="Arrow: Right 5">
                <a:extLst>
                  <a:ext uri="{FF2B5EF4-FFF2-40B4-BE49-F238E27FC236}">
                    <a16:creationId xmlns:a16="http://schemas.microsoft.com/office/drawing/2014/main" id="{6830CD38-747C-4D9C-A85A-D2B3C4EA6495}"/>
                  </a:ext>
                </a:extLst>
              </p:cNvPr>
              <p:cNvSpPr/>
              <p:nvPr/>
            </p:nvSpPr>
            <p:spPr>
              <a:xfrm>
                <a:off x="3541485" y="3216902"/>
                <a:ext cx="1146630" cy="609600"/>
              </a:xfrm>
              <a:prstGeom prst="rightArrow">
                <a:avLst>
                  <a:gd name="adj1" fmla="val 50000"/>
                  <a:gd name="adj2" fmla="val 73810"/>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03" name="TextBox 18">
              <a:extLst>
                <a:ext uri="{FF2B5EF4-FFF2-40B4-BE49-F238E27FC236}">
                  <a16:creationId xmlns:a16="http://schemas.microsoft.com/office/drawing/2014/main" id="{0676E4A9-93CA-4407-8847-0D96D7F5ADD9}"/>
                </a:ext>
              </a:extLst>
            </p:cNvPr>
            <p:cNvSpPr txBox="1"/>
            <p:nvPr/>
          </p:nvSpPr>
          <p:spPr>
            <a:xfrm>
              <a:off x="42932" y="1565276"/>
              <a:ext cx="1325966" cy="1274502"/>
            </a:xfrm>
            <a:prstGeom prst="rect">
              <a:avLst/>
            </a:prstGeom>
            <a:noFill/>
          </p:spPr>
          <p:txBody>
            <a:bodyPr wrap="square" rtlCol="0">
              <a:spAutoFit/>
            </a:bodyPr>
            <a:lstStyle/>
            <a:p>
              <a:pPr algn="ctr" defTabSz="685800">
                <a:buClrTx/>
                <a:defRPr/>
              </a:pPr>
              <a:r>
                <a:rPr lang="en-GB" sz="6000" b="1" kern="1200" dirty="0">
                  <a:solidFill>
                    <a:srgbClr val="FFA100"/>
                  </a:solidFill>
                  <a:latin typeface="Open Sans" panose="020B0606030504020204" pitchFamily="34" charset="0"/>
                  <a:ea typeface="Noto Sans" panose="020B0502040504020204" pitchFamily="34"/>
                  <a:cs typeface="Noto Sans" panose="020B0502040504020204" pitchFamily="34"/>
                </a:rPr>
                <a:t>7</a:t>
              </a:r>
              <a:endParaRPr lang="en-GB" sz="6000" b="1" kern="1200" dirty="0">
                <a:solidFill>
                  <a:srgbClr val="FFA100"/>
                </a:solidFill>
                <a:latin typeface="Noto Sans" panose="020B0502040504020204" pitchFamily="34"/>
                <a:ea typeface="Noto Sans" panose="020B0502040504020204" pitchFamily="34"/>
                <a:cs typeface="Noto Sans" panose="020B0502040504020204" pitchFamily="34"/>
              </a:endParaRPr>
            </a:p>
          </p:txBody>
        </p:sp>
        <p:sp>
          <p:nvSpPr>
            <p:cNvPr id="104" name="TextBox 28" descr="Introduction&#10;">
              <a:extLst>
                <a:ext uri="{FF2B5EF4-FFF2-40B4-BE49-F238E27FC236}">
                  <a16:creationId xmlns:a16="http://schemas.microsoft.com/office/drawing/2014/main" id="{0CCA7F57-C833-48BC-BBC5-B38DF66146B9}"/>
                </a:ext>
                <a:ext uri="{C183D7F6-B498-43B3-948B-1728B52AA6E4}">
                  <adec:decorative xmlns:adec="http://schemas.microsoft.com/office/drawing/2017/decorative" val="0"/>
                </a:ext>
              </a:extLst>
            </p:cNvPr>
            <p:cNvSpPr txBox="1"/>
            <p:nvPr/>
          </p:nvSpPr>
          <p:spPr>
            <a:xfrm>
              <a:off x="77586" y="2870378"/>
              <a:ext cx="2175624" cy="1042775"/>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Axes </a:t>
              </a:r>
              <a:r>
                <a:rPr lang="en-GB" sz="1600" b="1" kern="1200" dirty="0" err="1">
                  <a:latin typeface="Noto Sans" panose="020B0502040504020204" pitchFamily="34"/>
                  <a:ea typeface="Noto Sans" panose="020B0502040504020204" pitchFamily="34"/>
                  <a:cs typeface="Noto Sans" panose="020B0502040504020204" pitchFamily="34"/>
                </a:rPr>
                <a:t>d’Amélioration</a:t>
              </a:r>
              <a:r>
                <a:rPr lang="en-GB" sz="1600" b="1" kern="1200" dirty="0">
                  <a:latin typeface="Noto Sans" panose="020B0502040504020204" pitchFamily="34"/>
                  <a:ea typeface="Noto Sans" panose="020B0502040504020204" pitchFamily="34"/>
                  <a:cs typeface="Noto Sans" panose="020B0502040504020204" pitchFamily="34"/>
                </a:rPr>
                <a:t> et Perspectives</a:t>
              </a:r>
            </a:p>
          </p:txBody>
        </p:sp>
      </p:grpSp>
      <p:grpSp>
        <p:nvGrpSpPr>
          <p:cNvPr id="107" name="Groupe 106">
            <a:extLst>
              <a:ext uri="{FF2B5EF4-FFF2-40B4-BE49-F238E27FC236}">
                <a16:creationId xmlns:a16="http://schemas.microsoft.com/office/drawing/2014/main" id="{07733606-7DEB-4720-927C-24D5D3BB5FF9}"/>
              </a:ext>
            </a:extLst>
          </p:cNvPr>
          <p:cNvGrpSpPr/>
          <p:nvPr/>
        </p:nvGrpSpPr>
        <p:grpSpPr>
          <a:xfrm>
            <a:off x="2860639" y="965462"/>
            <a:ext cx="1444279" cy="1827261"/>
            <a:chOff x="0" y="1474612"/>
            <a:chExt cx="1805234" cy="2292934"/>
          </a:xfrm>
        </p:grpSpPr>
        <p:grpSp>
          <p:nvGrpSpPr>
            <p:cNvPr id="108" name="Group 6">
              <a:extLst>
                <a:ext uri="{FF2B5EF4-FFF2-40B4-BE49-F238E27FC236}">
                  <a16:creationId xmlns:a16="http://schemas.microsoft.com/office/drawing/2014/main" id="{981ECAB9-EF73-4441-B103-6FC15A5F6328}"/>
                </a:ext>
              </a:extLst>
            </p:cNvPr>
            <p:cNvGrpSpPr/>
            <p:nvPr/>
          </p:nvGrpSpPr>
          <p:grpSpPr>
            <a:xfrm>
              <a:off x="0" y="1474612"/>
              <a:ext cx="1805234" cy="1392885"/>
              <a:chOff x="1009650" y="2102584"/>
              <a:chExt cx="3678465" cy="2838234"/>
            </a:xfrm>
            <a:solidFill>
              <a:schemeClr val="accent1"/>
            </a:solidFill>
          </p:grpSpPr>
          <p:sp>
            <p:nvSpPr>
              <p:cNvPr id="111" name="Block Arc 3">
                <a:extLst>
                  <a:ext uri="{FF2B5EF4-FFF2-40B4-BE49-F238E27FC236}">
                    <a16:creationId xmlns:a16="http://schemas.microsoft.com/office/drawing/2014/main" id="{2ECB3508-FCAE-42F1-A3ED-E6AD036FEF8A}"/>
                  </a:ext>
                </a:extLst>
              </p:cNvPr>
              <p:cNvSpPr/>
              <p:nvPr/>
            </p:nvSpPr>
            <p:spPr>
              <a:xfrm>
                <a:off x="1009650" y="2102584"/>
                <a:ext cx="2838234" cy="2838234"/>
              </a:xfrm>
              <a:prstGeom prst="blockArc">
                <a:avLst>
                  <a:gd name="adj1" fmla="val 21570102"/>
                  <a:gd name="adj2" fmla="val 17581411"/>
                  <a:gd name="adj3" fmla="val 10584"/>
                </a:avLst>
              </a:prstGeom>
              <a:solidFill>
                <a:srgbClr val="571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12" name="Arrow: Right 5">
                <a:extLst>
                  <a:ext uri="{FF2B5EF4-FFF2-40B4-BE49-F238E27FC236}">
                    <a16:creationId xmlns:a16="http://schemas.microsoft.com/office/drawing/2014/main" id="{1CAFBB84-B7A1-4D33-9C8B-2696D15A7B9B}"/>
                  </a:ext>
                </a:extLst>
              </p:cNvPr>
              <p:cNvSpPr/>
              <p:nvPr/>
            </p:nvSpPr>
            <p:spPr>
              <a:xfrm>
                <a:off x="3541485" y="3216902"/>
                <a:ext cx="1146630" cy="609600"/>
              </a:xfrm>
              <a:prstGeom prst="rightArrow">
                <a:avLst>
                  <a:gd name="adj1" fmla="val 50000"/>
                  <a:gd name="adj2" fmla="val 73810"/>
                </a:avLst>
              </a:prstGeom>
              <a:solidFill>
                <a:srgbClr val="571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09" name="TextBox 18">
              <a:extLst>
                <a:ext uri="{FF2B5EF4-FFF2-40B4-BE49-F238E27FC236}">
                  <a16:creationId xmlns:a16="http://schemas.microsoft.com/office/drawing/2014/main" id="{B77F8A27-C33B-49F9-AA63-5E2A28382997}"/>
                </a:ext>
              </a:extLst>
            </p:cNvPr>
            <p:cNvSpPr txBox="1"/>
            <p:nvPr/>
          </p:nvSpPr>
          <p:spPr>
            <a:xfrm>
              <a:off x="0" y="1567533"/>
              <a:ext cx="1325966" cy="1274502"/>
            </a:xfrm>
            <a:prstGeom prst="rect">
              <a:avLst/>
            </a:prstGeom>
            <a:noFill/>
          </p:spPr>
          <p:txBody>
            <a:bodyPr wrap="square" rtlCol="0">
              <a:spAutoFit/>
            </a:bodyPr>
            <a:lstStyle/>
            <a:p>
              <a:pPr algn="ctr" defTabSz="685800">
                <a:buClrTx/>
                <a:defRPr/>
              </a:pPr>
              <a:r>
                <a:rPr lang="en-GB" sz="6000" b="1" kern="1200" dirty="0">
                  <a:solidFill>
                    <a:srgbClr val="571022"/>
                  </a:solidFill>
                  <a:latin typeface="Open Sans" panose="020B0606030504020204" pitchFamily="34" charset="0"/>
                  <a:ea typeface="Noto Sans" panose="020B0502040504020204" pitchFamily="34"/>
                  <a:cs typeface="Noto Sans" panose="020B0502040504020204" pitchFamily="34"/>
                </a:rPr>
                <a:t>2</a:t>
              </a:r>
              <a:endParaRPr lang="en-GB" sz="6000" b="1" kern="1200" dirty="0">
                <a:solidFill>
                  <a:srgbClr val="571022"/>
                </a:solidFill>
                <a:latin typeface="Noto Sans" panose="020B0502040504020204" pitchFamily="34"/>
                <a:ea typeface="Noto Sans" panose="020B0502040504020204" pitchFamily="34"/>
                <a:cs typeface="Noto Sans" panose="020B0502040504020204" pitchFamily="34"/>
              </a:endParaRPr>
            </a:p>
          </p:txBody>
        </p:sp>
        <p:sp>
          <p:nvSpPr>
            <p:cNvPr id="110" name="TextBox 28" descr="Introduction&#10;">
              <a:extLst>
                <a:ext uri="{FF2B5EF4-FFF2-40B4-BE49-F238E27FC236}">
                  <a16:creationId xmlns:a16="http://schemas.microsoft.com/office/drawing/2014/main" id="{9BFF9B3B-5825-4314-A123-4979E3B683C8}"/>
                </a:ext>
                <a:ext uri="{C183D7F6-B498-43B3-948B-1728B52AA6E4}">
                  <adec:decorative xmlns:adec="http://schemas.microsoft.com/office/drawing/2017/decorative" val="0"/>
                </a:ext>
              </a:extLst>
            </p:cNvPr>
            <p:cNvSpPr txBox="1"/>
            <p:nvPr/>
          </p:nvSpPr>
          <p:spPr>
            <a:xfrm>
              <a:off x="129768" y="3033742"/>
              <a:ext cx="1639193"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Objectifs</a:t>
              </a:r>
              <a:r>
                <a:rPr lang="en-GB" sz="1600" b="1" kern="1200" dirty="0">
                  <a:latin typeface="Noto Sans" panose="020B0502040504020204" pitchFamily="34"/>
                  <a:ea typeface="Noto Sans" panose="020B0502040504020204" pitchFamily="34"/>
                  <a:cs typeface="Noto Sans" panose="020B0502040504020204" pitchFamily="34"/>
                </a:rPr>
                <a:t> du </a:t>
              </a:r>
              <a:r>
                <a:rPr lang="en-GB" sz="1600" b="1" kern="1200" dirty="0" err="1">
                  <a:latin typeface="Noto Sans" panose="020B0502040504020204" pitchFamily="34"/>
                  <a:ea typeface="Noto Sans" panose="020B0502040504020204" pitchFamily="34"/>
                  <a:cs typeface="Noto Sans" panose="020B0502040504020204" pitchFamily="34"/>
                </a:rPr>
                <a:t>Projet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grpSp>
        <p:nvGrpSpPr>
          <p:cNvPr id="113" name="Groupe 112">
            <a:extLst>
              <a:ext uri="{FF2B5EF4-FFF2-40B4-BE49-F238E27FC236}">
                <a16:creationId xmlns:a16="http://schemas.microsoft.com/office/drawing/2014/main" id="{5F352C67-622F-46B6-8919-EE7F501435CE}"/>
              </a:ext>
            </a:extLst>
          </p:cNvPr>
          <p:cNvGrpSpPr/>
          <p:nvPr/>
        </p:nvGrpSpPr>
        <p:grpSpPr>
          <a:xfrm>
            <a:off x="623147" y="3095948"/>
            <a:ext cx="2153920" cy="1918549"/>
            <a:chOff x="-363575" y="1474612"/>
            <a:chExt cx="2692228" cy="2407486"/>
          </a:xfrm>
        </p:grpSpPr>
        <p:grpSp>
          <p:nvGrpSpPr>
            <p:cNvPr id="114" name="Group 6">
              <a:extLst>
                <a:ext uri="{FF2B5EF4-FFF2-40B4-BE49-F238E27FC236}">
                  <a16:creationId xmlns:a16="http://schemas.microsoft.com/office/drawing/2014/main" id="{F8014B82-2F32-49CE-90A7-7FB330A972AB}"/>
                </a:ext>
              </a:extLst>
            </p:cNvPr>
            <p:cNvGrpSpPr/>
            <p:nvPr/>
          </p:nvGrpSpPr>
          <p:grpSpPr>
            <a:xfrm>
              <a:off x="0" y="1474612"/>
              <a:ext cx="1805234" cy="1392885"/>
              <a:chOff x="1009650" y="2102584"/>
              <a:chExt cx="3678465" cy="2838234"/>
            </a:xfrm>
            <a:solidFill>
              <a:schemeClr val="accent1"/>
            </a:solidFill>
          </p:grpSpPr>
          <p:sp>
            <p:nvSpPr>
              <p:cNvPr id="117" name="Block Arc 3">
                <a:extLst>
                  <a:ext uri="{FF2B5EF4-FFF2-40B4-BE49-F238E27FC236}">
                    <a16:creationId xmlns:a16="http://schemas.microsoft.com/office/drawing/2014/main" id="{D3113419-BAA6-4F2E-B0D8-39DCBA7B3085}"/>
                  </a:ext>
                </a:extLst>
              </p:cNvPr>
              <p:cNvSpPr/>
              <p:nvPr/>
            </p:nvSpPr>
            <p:spPr>
              <a:xfrm>
                <a:off x="1009650" y="2102584"/>
                <a:ext cx="2838234" cy="2838234"/>
              </a:xfrm>
              <a:prstGeom prst="blockArc">
                <a:avLst>
                  <a:gd name="adj1" fmla="val 21570102"/>
                  <a:gd name="adj2" fmla="val 17581411"/>
                  <a:gd name="adj3" fmla="val 10584"/>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18" name="Arrow: Right 5">
                <a:extLst>
                  <a:ext uri="{FF2B5EF4-FFF2-40B4-BE49-F238E27FC236}">
                    <a16:creationId xmlns:a16="http://schemas.microsoft.com/office/drawing/2014/main" id="{C9195B51-C012-4E72-B28C-148C94719817}"/>
                  </a:ext>
                </a:extLst>
              </p:cNvPr>
              <p:cNvSpPr/>
              <p:nvPr/>
            </p:nvSpPr>
            <p:spPr>
              <a:xfrm>
                <a:off x="3541485" y="3216902"/>
                <a:ext cx="1146630" cy="609600"/>
              </a:xfrm>
              <a:prstGeom prst="rightArrow">
                <a:avLst>
                  <a:gd name="adj1" fmla="val 50000"/>
                  <a:gd name="adj2" fmla="val 73810"/>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5" name="TextBox 18">
              <a:extLst>
                <a:ext uri="{FF2B5EF4-FFF2-40B4-BE49-F238E27FC236}">
                  <a16:creationId xmlns:a16="http://schemas.microsoft.com/office/drawing/2014/main" id="{C05658E3-8810-41BF-B61C-B8D5AB107B52}"/>
                </a:ext>
              </a:extLst>
            </p:cNvPr>
            <p:cNvSpPr txBox="1"/>
            <p:nvPr/>
          </p:nvSpPr>
          <p:spPr>
            <a:xfrm>
              <a:off x="-8189" y="1523404"/>
              <a:ext cx="1325966" cy="1274502"/>
            </a:xfrm>
            <a:prstGeom prst="rect">
              <a:avLst/>
            </a:prstGeom>
            <a:noFill/>
          </p:spPr>
          <p:txBody>
            <a:bodyPr wrap="square" rtlCol="0">
              <a:spAutoFit/>
            </a:bodyPr>
            <a:lstStyle/>
            <a:p>
              <a:pPr algn="ctr" defTabSz="685800">
                <a:buClrTx/>
                <a:defRPr/>
              </a:pPr>
              <a:r>
                <a:rPr lang="en-GB" sz="6000" b="1" kern="1200" dirty="0">
                  <a:solidFill>
                    <a:srgbClr val="F95206"/>
                  </a:solidFill>
                  <a:latin typeface="Open Sans" panose="020B0606030504020204" pitchFamily="34" charset="0"/>
                  <a:ea typeface="Noto Sans" panose="020B0502040504020204" pitchFamily="34"/>
                  <a:cs typeface="Noto Sans" panose="020B0502040504020204" pitchFamily="34"/>
                </a:rPr>
                <a:t>5</a:t>
              </a:r>
              <a:endParaRPr lang="en-GB" sz="6000" b="1" kern="1200" dirty="0">
                <a:solidFill>
                  <a:srgbClr val="F95206"/>
                </a:solidFill>
                <a:latin typeface="Noto Sans" panose="020B0502040504020204" pitchFamily="34"/>
                <a:ea typeface="Noto Sans" panose="020B0502040504020204" pitchFamily="34"/>
                <a:cs typeface="Noto Sans" panose="020B0502040504020204" pitchFamily="34"/>
              </a:endParaRPr>
            </a:p>
          </p:txBody>
        </p:sp>
        <p:sp>
          <p:nvSpPr>
            <p:cNvPr id="116" name="TextBox 28" descr="Introduction&#10;">
              <a:extLst>
                <a:ext uri="{FF2B5EF4-FFF2-40B4-BE49-F238E27FC236}">
                  <a16:creationId xmlns:a16="http://schemas.microsoft.com/office/drawing/2014/main" id="{F5E14B8F-83EA-4EC9-A457-060212C64DF9}"/>
                </a:ext>
                <a:ext uri="{C183D7F6-B498-43B3-948B-1728B52AA6E4}">
                  <adec:decorative xmlns:adec="http://schemas.microsoft.com/office/drawing/2017/decorative" val="0"/>
                </a:ext>
              </a:extLst>
            </p:cNvPr>
            <p:cNvSpPr txBox="1"/>
            <p:nvPr/>
          </p:nvSpPr>
          <p:spPr>
            <a:xfrm>
              <a:off x="-363575" y="2839321"/>
              <a:ext cx="2692228" cy="1042777"/>
            </a:xfrm>
            <a:prstGeom prst="rect">
              <a:avLst/>
            </a:prstGeom>
            <a:noFill/>
          </p:spPr>
          <p:txBody>
            <a:bodyPr wrap="square" rtlCol="0">
              <a:spAutoFit/>
            </a:bodyPr>
            <a:lstStyle/>
            <a:p>
              <a:pPr algn="ctr"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Processus de Détection et Gestion des Alertes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grpSp>
        <p:nvGrpSpPr>
          <p:cNvPr id="119" name="Groupe 118">
            <a:extLst>
              <a:ext uri="{FF2B5EF4-FFF2-40B4-BE49-F238E27FC236}">
                <a16:creationId xmlns:a16="http://schemas.microsoft.com/office/drawing/2014/main" id="{F26FAB51-1DA8-4848-B640-E49FAF79B377}"/>
              </a:ext>
            </a:extLst>
          </p:cNvPr>
          <p:cNvGrpSpPr/>
          <p:nvPr/>
        </p:nvGrpSpPr>
        <p:grpSpPr>
          <a:xfrm>
            <a:off x="2886577" y="3076930"/>
            <a:ext cx="1517130" cy="1755654"/>
            <a:chOff x="0" y="1474612"/>
            <a:chExt cx="1896293" cy="2203079"/>
          </a:xfrm>
        </p:grpSpPr>
        <p:grpSp>
          <p:nvGrpSpPr>
            <p:cNvPr id="120" name="Group 6">
              <a:extLst>
                <a:ext uri="{FF2B5EF4-FFF2-40B4-BE49-F238E27FC236}">
                  <a16:creationId xmlns:a16="http://schemas.microsoft.com/office/drawing/2014/main" id="{6847B27D-8213-49D0-B434-91E46AF9094D}"/>
                </a:ext>
              </a:extLst>
            </p:cNvPr>
            <p:cNvGrpSpPr/>
            <p:nvPr/>
          </p:nvGrpSpPr>
          <p:grpSpPr>
            <a:xfrm>
              <a:off x="0" y="1474612"/>
              <a:ext cx="1805234" cy="1392885"/>
              <a:chOff x="1009650" y="2102584"/>
              <a:chExt cx="3678465" cy="2838234"/>
            </a:xfrm>
            <a:solidFill>
              <a:schemeClr val="accent1"/>
            </a:solidFill>
          </p:grpSpPr>
          <p:sp>
            <p:nvSpPr>
              <p:cNvPr id="123" name="Block Arc 3">
                <a:extLst>
                  <a:ext uri="{FF2B5EF4-FFF2-40B4-BE49-F238E27FC236}">
                    <a16:creationId xmlns:a16="http://schemas.microsoft.com/office/drawing/2014/main" id="{397C3E0F-0CF1-40F1-B3FC-0D56EBC6764B}"/>
                  </a:ext>
                </a:extLst>
              </p:cNvPr>
              <p:cNvSpPr/>
              <p:nvPr/>
            </p:nvSpPr>
            <p:spPr>
              <a:xfrm>
                <a:off x="1009650" y="2102584"/>
                <a:ext cx="2838234" cy="2838234"/>
              </a:xfrm>
              <a:prstGeom prst="blockArc">
                <a:avLst>
                  <a:gd name="adj1" fmla="val 21570102"/>
                  <a:gd name="adj2" fmla="val 17581411"/>
                  <a:gd name="adj3" fmla="val 10584"/>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24" name="Arrow: Right 5">
                <a:extLst>
                  <a:ext uri="{FF2B5EF4-FFF2-40B4-BE49-F238E27FC236}">
                    <a16:creationId xmlns:a16="http://schemas.microsoft.com/office/drawing/2014/main" id="{181BAD10-7A81-4CEF-8497-74A9F3DBE51C}"/>
                  </a:ext>
                </a:extLst>
              </p:cNvPr>
              <p:cNvSpPr/>
              <p:nvPr/>
            </p:nvSpPr>
            <p:spPr>
              <a:xfrm>
                <a:off x="3541485" y="3216902"/>
                <a:ext cx="1146630" cy="609600"/>
              </a:xfrm>
              <a:prstGeom prst="rightArrow">
                <a:avLst>
                  <a:gd name="adj1" fmla="val 50000"/>
                  <a:gd name="adj2" fmla="val 73810"/>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21" name="TextBox 18">
              <a:extLst>
                <a:ext uri="{FF2B5EF4-FFF2-40B4-BE49-F238E27FC236}">
                  <a16:creationId xmlns:a16="http://schemas.microsoft.com/office/drawing/2014/main" id="{3627DE64-629F-49D2-AB39-1DCA866666DB}"/>
                </a:ext>
              </a:extLst>
            </p:cNvPr>
            <p:cNvSpPr txBox="1"/>
            <p:nvPr/>
          </p:nvSpPr>
          <p:spPr>
            <a:xfrm>
              <a:off x="33459" y="1571998"/>
              <a:ext cx="1325966" cy="1274502"/>
            </a:xfrm>
            <a:prstGeom prst="rect">
              <a:avLst/>
            </a:prstGeom>
            <a:noFill/>
          </p:spPr>
          <p:txBody>
            <a:bodyPr wrap="square" rtlCol="0">
              <a:spAutoFit/>
            </a:bodyPr>
            <a:lstStyle/>
            <a:p>
              <a:pPr algn="ctr" defTabSz="685800">
                <a:buClrTx/>
                <a:defRPr/>
              </a:pPr>
              <a:r>
                <a:rPr lang="en-GB" sz="6000" b="1" kern="1200" dirty="0">
                  <a:solidFill>
                    <a:srgbClr val="FF7400"/>
                  </a:solidFill>
                  <a:latin typeface="Open Sans" panose="020B0606030504020204" pitchFamily="34" charset="0"/>
                  <a:ea typeface="Noto Sans" panose="020B0502040504020204" pitchFamily="34"/>
                  <a:cs typeface="Noto Sans" panose="020B0502040504020204" pitchFamily="34"/>
                </a:rPr>
                <a:t>6</a:t>
              </a:r>
              <a:endParaRPr lang="en-GB" sz="6000" b="1" kern="1200" dirty="0">
                <a:solidFill>
                  <a:srgbClr val="FF7400"/>
                </a:solidFill>
                <a:latin typeface="Noto Sans" panose="020B0502040504020204" pitchFamily="34"/>
                <a:ea typeface="Noto Sans" panose="020B0502040504020204" pitchFamily="34"/>
                <a:cs typeface="Noto Sans" panose="020B0502040504020204" pitchFamily="34"/>
              </a:endParaRPr>
            </a:p>
          </p:txBody>
        </p:sp>
        <p:sp>
          <p:nvSpPr>
            <p:cNvPr id="122" name="TextBox 28" descr="Introduction&#10;">
              <a:extLst>
                <a:ext uri="{FF2B5EF4-FFF2-40B4-BE49-F238E27FC236}">
                  <a16:creationId xmlns:a16="http://schemas.microsoft.com/office/drawing/2014/main" id="{9ACC4626-C308-4F80-8832-09C9F4B8AC85}"/>
                </a:ext>
                <a:ext uri="{C183D7F6-B498-43B3-948B-1728B52AA6E4}">
                  <adec:decorative xmlns:adec="http://schemas.microsoft.com/office/drawing/2017/decorative" val="0"/>
                </a:ext>
              </a:extLst>
            </p:cNvPr>
            <p:cNvSpPr txBox="1"/>
            <p:nvPr/>
          </p:nvSpPr>
          <p:spPr>
            <a:xfrm>
              <a:off x="119787" y="2943887"/>
              <a:ext cx="1776506"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Résultats</a:t>
              </a:r>
              <a:r>
                <a:rPr lang="en-GB" sz="1600" b="1" kern="1200" dirty="0">
                  <a:latin typeface="Noto Sans" panose="020B0502040504020204" pitchFamily="34"/>
                  <a:ea typeface="Noto Sans" panose="020B0502040504020204" pitchFamily="34"/>
                  <a:cs typeface="Noto Sans" panose="020B0502040504020204" pitchFamily="34"/>
                </a:rPr>
                <a:t> et Validation</a:t>
              </a:r>
            </a:p>
          </p:txBody>
        </p:sp>
      </p:grpSp>
      <p:grpSp>
        <p:nvGrpSpPr>
          <p:cNvPr id="125" name="Groupe 124">
            <a:extLst>
              <a:ext uri="{FF2B5EF4-FFF2-40B4-BE49-F238E27FC236}">
                <a16:creationId xmlns:a16="http://schemas.microsoft.com/office/drawing/2014/main" id="{5DAC0C4F-EC19-46B3-BDC0-F9AE29E0C0A6}"/>
              </a:ext>
            </a:extLst>
          </p:cNvPr>
          <p:cNvGrpSpPr/>
          <p:nvPr/>
        </p:nvGrpSpPr>
        <p:grpSpPr>
          <a:xfrm>
            <a:off x="6857009" y="3068122"/>
            <a:ext cx="1444279" cy="1581040"/>
            <a:chOff x="0" y="1474612"/>
            <a:chExt cx="1805234" cy="1983964"/>
          </a:xfrm>
        </p:grpSpPr>
        <p:grpSp>
          <p:nvGrpSpPr>
            <p:cNvPr id="126" name="Group 6">
              <a:extLst>
                <a:ext uri="{FF2B5EF4-FFF2-40B4-BE49-F238E27FC236}">
                  <a16:creationId xmlns:a16="http://schemas.microsoft.com/office/drawing/2014/main" id="{D2BFAED5-FF71-4FDC-B05B-48645A08AD3A}"/>
                </a:ext>
              </a:extLst>
            </p:cNvPr>
            <p:cNvGrpSpPr/>
            <p:nvPr/>
          </p:nvGrpSpPr>
          <p:grpSpPr>
            <a:xfrm>
              <a:off x="0" y="1474612"/>
              <a:ext cx="1805234" cy="1392885"/>
              <a:chOff x="1009650" y="2102584"/>
              <a:chExt cx="3678465" cy="2838234"/>
            </a:xfrm>
            <a:solidFill>
              <a:schemeClr val="accent1"/>
            </a:solidFill>
          </p:grpSpPr>
          <p:sp>
            <p:nvSpPr>
              <p:cNvPr id="129" name="Block Arc 3">
                <a:extLst>
                  <a:ext uri="{FF2B5EF4-FFF2-40B4-BE49-F238E27FC236}">
                    <a16:creationId xmlns:a16="http://schemas.microsoft.com/office/drawing/2014/main" id="{04CEC1FF-019F-40A4-B6A2-1EB4174298CC}"/>
                  </a:ext>
                </a:extLst>
              </p:cNvPr>
              <p:cNvSpPr/>
              <p:nvPr/>
            </p:nvSpPr>
            <p:spPr>
              <a:xfrm>
                <a:off x="1009650" y="2102584"/>
                <a:ext cx="2838234" cy="2838234"/>
              </a:xfrm>
              <a:prstGeom prst="blockArc">
                <a:avLst>
                  <a:gd name="adj1" fmla="val 21570102"/>
                  <a:gd name="adj2" fmla="val 17581411"/>
                  <a:gd name="adj3" fmla="val 10584"/>
                </a:avLst>
              </a:prstGeom>
              <a:solidFill>
                <a:srgbClr val="FFC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30" name="Arrow: Right 5">
                <a:extLst>
                  <a:ext uri="{FF2B5EF4-FFF2-40B4-BE49-F238E27FC236}">
                    <a16:creationId xmlns:a16="http://schemas.microsoft.com/office/drawing/2014/main" id="{66974FC3-449E-4540-8435-50A8877F6FFE}"/>
                  </a:ext>
                </a:extLst>
              </p:cNvPr>
              <p:cNvSpPr/>
              <p:nvPr/>
            </p:nvSpPr>
            <p:spPr>
              <a:xfrm>
                <a:off x="3541485" y="3216902"/>
                <a:ext cx="1146630" cy="609600"/>
              </a:xfrm>
              <a:prstGeom prst="rightArrow">
                <a:avLst>
                  <a:gd name="adj1" fmla="val 50000"/>
                  <a:gd name="adj2" fmla="val 73810"/>
                </a:avLst>
              </a:prstGeom>
              <a:solidFill>
                <a:srgbClr val="FFC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27" name="TextBox 18">
              <a:extLst>
                <a:ext uri="{FF2B5EF4-FFF2-40B4-BE49-F238E27FC236}">
                  <a16:creationId xmlns:a16="http://schemas.microsoft.com/office/drawing/2014/main" id="{9B5B2C28-0EC6-4B40-B0B0-7712BC0BA3F8}"/>
                </a:ext>
              </a:extLst>
            </p:cNvPr>
            <p:cNvSpPr txBox="1"/>
            <p:nvPr/>
          </p:nvSpPr>
          <p:spPr>
            <a:xfrm>
              <a:off x="16556" y="1533802"/>
              <a:ext cx="1325966" cy="1274502"/>
            </a:xfrm>
            <a:prstGeom prst="rect">
              <a:avLst/>
            </a:prstGeom>
            <a:noFill/>
          </p:spPr>
          <p:txBody>
            <a:bodyPr wrap="square" rtlCol="0">
              <a:spAutoFit/>
            </a:bodyPr>
            <a:lstStyle/>
            <a:p>
              <a:pPr algn="ctr" defTabSz="685800">
                <a:buClrTx/>
                <a:defRPr/>
              </a:pPr>
              <a:r>
                <a:rPr lang="en-GB" sz="6000" b="1" kern="1200" dirty="0">
                  <a:solidFill>
                    <a:srgbClr val="FFC202"/>
                  </a:solidFill>
                  <a:latin typeface="Open Sans" panose="020B0606030504020204" pitchFamily="34" charset="0"/>
                  <a:ea typeface="Noto Sans" panose="020B0502040504020204" pitchFamily="34"/>
                  <a:cs typeface="Noto Sans" panose="020B0502040504020204" pitchFamily="34"/>
                </a:rPr>
                <a:t>8</a:t>
              </a:r>
              <a:endParaRPr lang="en-GB" sz="6000" b="1" kern="1200" dirty="0">
                <a:solidFill>
                  <a:srgbClr val="FFC202"/>
                </a:solidFill>
                <a:latin typeface="Noto Sans" panose="020B0502040504020204" pitchFamily="34"/>
                <a:ea typeface="Noto Sans" panose="020B0502040504020204" pitchFamily="34"/>
                <a:cs typeface="Noto Sans" panose="020B0502040504020204" pitchFamily="34"/>
              </a:endParaRPr>
            </a:p>
          </p:txBody>
        </p:sp>
        <p:sp>
          <p:nvSpPr>
            <p:cNvPr id="128" name="TextBox 28" descr="Introduction&#10;">
              <a:extLst>
                <a:ext uri="{FF2B5EF4-FFF2-40B4-BE49-F238E27FC236}">
                  <a16:creationId xmlns:a16="http://schemas.microsoft.com/office/drawing/2014/main" id="{811B474B-275D-4403-AE95-6CCE988F3FAB}"/>
                </a:ext>
                <a:ext uri="{C183D7F6-B498-43B3-948B-1728B52AA6E4}">
                  <adec:decorative xmlns:adec="http://schemas.microsoft.com/office/drawing/2017/decorative" val="0"/>
                </a:ext>
              </a:extLst>
            </p:cNvPr>
            <p:cNvSpPr txBox="1"/>
            <p:nvPr/>
          </p:nvSpPr>
          <p:spPr>
            <a:xfrm>
              <a:off x="129768" y="3033742"/>
              <a:ext cx="1639193"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Conclusion</a:t>
              </a:r>
            </a:p>
          </p:txBody>
        </p:sp>
      </p:grpSp>
      <p:grpSp>
        <p:nvGrpSpPr>
          <p:cNvPr id="131" name="Groupe 130">
            <a:extLst>
              <a:ext uri="{FF2B5EF4-FFF2-40B4-BE49-F238E27FC236}">
                <a16:creationId xmlns:a16="http://schemas.microsoft.com/office/drawing/2014/main" id="{23D566FD-36A0-499A-B622-F05085B02FCE}"/>
              </a:ext>
            </a:extLst>
          </p:cNvPr>
          <p:cNvGrpSpPr/>
          <p:nvPr/>
        </p:nvGrpSpPr>
        <p:grpSpPr>
          <a:xfrm>
            <a:off x="4941869" y="965462"/>
            <a:ext cx="1444279" cy="1635813"/>
            <a:chOff x="0" y="1474612"/>
            <a:chExt cx="1805234" cy="2052695"/>
          </a:xfrm>
        </p:grpSpPr>
        <p:grpSp>
          <p:nvGrpSpPr>
            <p:cNvPr id="132" name="Group 6">
              <a:extLst>
                <a:ext uri="{FF2B5EF4-FFF2-40B4-BE49-F238E27FC236}">
                  <a16:creationId xmlns:a16="http://schemas.microsoft.com/office/drawing/2014/main" id="{E7A656BD-A75A-4D64-9C24-3AF913F47503}"/>
                </a:ext>
              </a:extLst>
            </p:cNvPr>
            <p:cNvGrpSpPr/>
            <p:nvPr/>
          </p:nvGrpSpPr>
          <p:grpSpPr>
            <a:xfrm>
              <a:off x="0" y="1474612"/>
              <a:ext cx="1805234" cy="1392885"/>
              <a:chOff x="1009650" y="2102584"/>
              <a:chExt cx="3678465" cy="2838234"/>
            </a:xfrm>
            <a:solidFill>
              <a:schemeClr val="accent1"/>
            </a:solidFill>
          </p:grpSpPr>
          <p:sp>
            <p:nvSpPr>
              <p:cNvPr id="135" name="Block Arc 3">
                <a:extLst>
                  <a:ext uri="{FF2B5EF4-FFF2-40B4-BE49-F238E27FC236}">
                    <a16:creationId xmlns:a16="http://schemas.microsoft.com/office/drawing/2014/main" id="{E16F68EF-F945-472C-9AD0-9D0672EA7F6D}"/>
                  </a:ext>
                </a:extLst>
              </p:cNvPr>
              <p:cNvSpPr/>
              <p:nvPr/>
            </p:nvSpPr>
            <p:spPr>
              <a:xfrm>
                <a:off x="1009650" y="2102584"/>
                <a:ext cx="2838234" cy="2838234"/>
              </a:xfrm>
              <a:prstGeom prst="blockArc">
                <a:avLst>
                  <a:gd name="adj1" fmla="val 21570102"/>
                  <a:gd name="adj2" fmla="val 17581411"/>
                  <a:gd name="adj3" fmla="val 10584"/>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36" name="Arrow: Right 5">
                <a:extLst>
                  <a:ext uri="{FF2B5EF4-FFF2-40B4-BE49-F238E27FC236}">
                    <a16:creationId xmlns:a16="http://schemas.microsoft.com/office/drawing/2014/main" id="{AFE4AF6A-6DB8-441D-B5DC-EE1A028BD033}"/>
                  </a:ext>
                </a:extLst>
              </p:cNvPr>
              <p:cNvSpPr/>
              <p:nvPr/>
            </p:nvSpPr>
            <p:spPr>
              <a:xfrm>
                <a:off x="3541485" y="3216902"/>
                <a:ext cx="1146630" cy="609600"/>
              </a:xfrm>
              <a:prstGeom prst="rightArrow">
                <a:avLst>
                  <a:gd name="adj1" fmla="val 50000"/>
                  <a:gd name="adj2" fmla="val 73810"/>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33" name="TextBox 18">
              <a:extLst>
                <a:ext uri="{FF2B5EF4-FFF2-40B4-BE49-F238E27FC236}">
                  <a16:creationId xmlns:a16="http://schemas.microsoft.com/office/drawing/2014/main" id="{EB77BBDB-D98E-4672-80A8-96C872629CCD}"/>
                </a:ext>
              </a:extLst>
            </p:cNvPr>
            <p:cNvSpPr txBox="1"/>
            <p:nvPr/>
          </p:nvSpPr>
          <p:spPr>
            <a:xfrm>
              <a:off x="12884" y="1540788"/>
              <a:ext cx="1325966" cy="1274502"/>
            </a:xfrm>
            <a:prstGeom prst="rect">
              <a:avLst/>
            </a:prstGeom>
            <a:noFill/>
          </p:spPr>
          <p:txBody>
            <a:bodyPr wrap="square" rtlCol="0">
              <a:spAutoFit/>
            </a:bodyPr>
            <a:lstStyle/>
            <a:p>
              <a:pPr algn="ctr" defTabSz="685800">
                <a:buClrTx/>
                <a:defRPr/>
              </a:pPr>
              <a:r>
                <a:rPr lang="en-GB" sz="6000" b="1" kern="1200" dirty="0">
                  <a:solidFill>
                    <a:srgbClr val="A00627"/>
                  </a:solidFill>
                  <a:latin typeface="Open Sans" panose="020B0606030504020204" pitchFamily="34" charset="0"/>
                  <a:ea typeface="Noto Sans" panose="020B0502040504020204" pitchFamily="34"/>
                  <a:cs typeface="Noto Sans" panose="020B0502040504020204" pitchFamily="34"/>
                </a:rPr>
                <a:t>3</a:t>
              </a:r>
              <a:endParaRPr lang="en-GB" sz="6000" b="1" kern="1200" dirty="0">
                <a:solidFill>
                  <a:srgbClr val="A00627"/>
                </a:solidFill>
                <a:latin typeface="Noto Sans" panose="020B0502040504020204" pitchFamily="34"/>
                <a:ea typeface="Noto Sans" panose="020B0502040504020204" pitchFamily="34"/>
                <a:cs typeface="Noto Sans" panose="020B0502040504020204" pitchFamily="34"/>
              </a:endParaRPr>
            </a:p>
          </p:txBody>
        </p:sp>
        <p:sp>
          <p:nvSpPr>
            <p:cNvPr id="134" name="TextBox 28" descr="Introduction&#10;">
              <a:extLst>
                <a:ext uri="{FF2B5EF4-FFF2-40B4-BE49-F238E27FC236}">
                  <a16:creationId xmlns:a16="http://schemas.microsoft.com/office/drawing/2014/main" id="{530973D8-851C-45B1-B1F6-F33090DB1A37}"/>
                </a:ext>
                <a:ext uri="{C183D7F6-B498-43B3-948B-1728B52AA6E4}">
                  <adec:decorative xmlns:adec="http://schemas.microsoft.com/office/drawing/2017/decorative" val="0"/>
                </a:ext>
              </a:extLst>
            </p:cNvPr>
            <p:cNvSpPr txBox="1"/>
            <p:nvPr/>
          </p:nvSpPr>
          <p:spPr>
            <a:xfrm>
              <a:off x="28728" y="3102473"/>
              <a:ext cx="1776506"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État de </a:t>
              </a:r>
              <a:r>
                <a:rPr lang="en-GB" sz="1600" b="1" kern="1200" dirty="0" err="1">
                  <a:latin typeface="Noto Sans" panose="020B0502040504020204" pitchFamily="34"/>
                  <a:ea typeface="Noto Sans" panose="020B0502040504020204" pitchFamily="34"/>
                  <a:cs typeface="Noto Sans" panose="020B0502040504020204" pitchFamily="34"/>
                </a:rPr>
                <a:t>l’Art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grpSp>
        <p:nvGrpSpPr>
          <p:cNvPr id="137" name="Groupe 136">
            <a:extLst>
              <a:ext uri="{FF2B5EF4-FFF2-40B4-BE49-F238E27FC236}">
                <a16:creationId xmlns:a16="http://schemas.microsoft.com/office/drawing/2014/main" id="{0116EC99-B9E7-420E-8617-F6B982E26588}"/>
              </a:ext>
            </a:extLst>
          </p:cNvPr>
          <p:cNvGrpSpPr/>
          <p:nvPr/>
        </p:nvGrpSpPr>
        <p:grpSpPr>
          <a:xfrm>
            <a:off x="6884456" y="949117"/>
            <a:ext cx="1680818" cy="1882034"/>
            <a:chOff x="-50550" y="1474612"/>
            <a:chExt cx="2100889" cy="2361666"/>
          </a:xfrm>
        </p:grpSpPr>
        <p:grpSp>
          <p:nvGrpSpPr>
            <p:cNvPr id="138" name="Group 6">
              <a:extLst>
                <a:ext uri="{FF2B5EF4-FFF2-40B4-BE49-F238E27FC236}">
                  <a16:creationId xmlns:a16="http://schemas.microsoft.com/office/drawing/2014/main" id="{5899C94F-EBD7-4B93-9EA1-E9D9241C5CE8}"/>
                </a:ext>
              </a:extLst>
            </p:cNvPr>
            <p:cNvGrpSpPr/>
            <p:nvPr/>
          </p:nvGrpSpPr>
          <p:grpSpPr>
            <a:xfrm>
              <a:off x="0" y="1474612"/>
              <a:ext cx="1805234" cy="1392885"/>
              <a:chOff x="1009650" y="2102584"/>
              <a:chExt cx="3678465" cy="2838234"/>
            </a:xfrm>
            <a:solidFill>
              <a:schemeClr val="accent1"/>
            </a:solidFill>
          </p:grpSpPr>
          <p:sp>
            <p:nvSpPr>
              <p:cNvPr id="141" name="Block Arc 3">
                <a:extLst>
                  <a:ext uri="{FF2B5EF4-FFF2-40B4-BE49-F238E27FC236}">
                    <a16:creationId xmlns:a16="http://schemas.microsoft.com/office/drawing/2014/main" id="{9BE6F49A-7925-4B48-B609-AC72C85A324C}"/>
                  </a:ext>
                </a:extLst>
              </p:cNvPr>
              <p:cNvSpPr/>
              <p:nvPr/>
            </p:nvSpPr>
            <p:spPr>
              <a:xfrm>
                <a:off x="1009650" y="2102584"/>
                <a:ext cx="2838234" cy="2838234"/>
              </a:xfrm>
              <a:prstGeom prst="blockArc">
                <a:avLst>
                  <a:gd name="adj1" fmla="val 21570102"/>
                  <a:gd name="adj2" fmla="val 17581411"/>
                  <a:gd name="adj3" fmla="val 10584"/>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42" name="Arrow: Right 5">
                <a:extLst>
                  <a:ext uri="{FF2B5EF4-FFF2-40B4-BE49-F238E27FC236}">
                    <a16:creationId xmlns:a16="http://schemas.microsoft.com/office/drawing/2014/main" id="{5F55E139-D082-4582-BE87-A772ACD95A66}"/>
                  </a:ext>
                </a:extLst>
              </p:cNvPr>
              <p:cNvSpPr/>
              <p:nvPr/>
            </p:nvSpPr>
            <p:spPr>
              <a:xfrm>
                <a:off x="3541485" y="3216902"/>
                <a:ext cx="1146630" cy="609600"/>
              </a:xfrm>
              <a:prstGeom prst="rightArrow">
                <a:avLst>
                  <a:gd name="adj1" fmla="val 50000"/>
                  <a:gd name="adj2" fmla="val 73810"/>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39" name="TextBox 18">
              <a:extLst>
                <a:ext uri="{FF2B5EF4-FFF2-40B4-BE49-F238E27FC236}">
                  <a16:creationId xmlns:a16="http://schemas.microsoft.com/office/drawing/2014/main" id="{030368AA-62BF-4FA9-9DEE-A7F8FCB4E627}"/>
                </a:ext>
              </a:extLst>
            </p:cNvPr>
            <p:cNvSpPr txBox="1"/>
            <p:nvPr/>
          </p:nvSpPr>
          <p:spPr>
            <a:xfrm>
              <a:off x="-41724" y="1521464"/>
              <a:ext cx="1325966" cy="1274502"/>
            </a:xfrm>
            <a:prstGeom prst="rect">
              <a:avLst/>
            </a:prstGeom>
            <a:noFill/>
          </p:spPr>
          <p:txBody>
            <a:bodyPr wrap="square" rtlCol="0">
              <a:spAutoFit/>
            </a:bodyPr>
            <a:lstStyle/>
            <a:p>
              <a:pPr algn="ctr" defTabSz="685800">
                <a:buClrTx/>
                <a:defRPr/>
              </a:pPr>
              <a:r>
                <a:rPr lang="en-GB" sz="6000" b="1" kern="1200" dirty="0">
                  <a:solidFill>
                    <a:srgbClr val="D7261F"/>
                  </a:solidFill>
                  <a:latin typeface="Open Sans" panose="020B0606030504020204" pitchFamily="34" charset="0"/>
                  <a:ea typeface="Noto Sans" panose="020B0502040504020204" pitchFamily="34"/>
                  <a:cs typeface="Noto Sans" panose="020B0502040504020204" pitchFamily="34"/>
                </a:rPr>
                <a:t>4</a:t>
              </a:r>
              <a:endParaRPr lang="en-GB" sz="6000" b="1" kern="1200" dirty="0">
                <a:solidFill>
                  <a:srgbClr val="D7261F"/>
                </a:solidFill>
                <a:latin typeface="Noto Sans" panose="020B0502040504020204" pitchFamily="34"/>
                <a:ea typeface="Noto Sans" panose="020B0502040504020204" pitchFamily="34"/>
                <a:cs typeface="Noto Sans" panose="020B0502040504020204" pitchFamily="34"/>
              </a:endParaRPr>
            </a:p>
          </p:txBody>
        </p:sp>
        <p:sp>
          <p:nvSpPr>
            <p:cNvPr id="140" name="TextBox 28" descr="Introduction&#10;">
              <a:extLst>
                <a:ext uri="{FF2B5EF4-FFF2-40B4-BE49-F238E27FC236}">
                  <a16:creationId xmlns:a16="http://schemas.microsoft.com/office/drawing/2014/main" id="{4AF4C5CE-ACBC-405B-A2BC-B8F9E13C297C}"/>
                </a:ext>
                <a:ext uri="{C183D7F6-B498-43B3-948B-1728B52AA6E4}">
                  <adec:decorative xmlns:adec="http://schemas.microsoft.com/office/drawing/2017/decorative" val="0"/>
                </a:ext>
              </a:extLst>
            </p:cNvPr>
            <p:cNvSpPr txBox="1"/>
            <p:nvPr/>
          </p:nvSpPr>
          <p:spPr>
            <a:xfrm>
              <a:off x="-50550" y="3102474"/>
              <a:ext cx="2100889" cy="733804"/>
            </a:xfrm>
            <a:prstGeom prst="rect">
              <a:avLst/>
            </a:prstGeom>
            <a:noFill/>
          </p:spPr>
          <p:txBody>
            <a:bodyPr wrap="square" rtlCol="0">
              <a:spAutoFit/>
            </a:bodyPr>
            <a:lstStyle/>
            <a:p>
              <a:pPr algn="just"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Architecture &amp; Composants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Tree>
    <p:extLst>
      <p:ext uri="{BB962C8B-B14F-4D97-AF65-F5344CB8AC3E}">
        <p14:creationId xmlns:p14="http://schemas.microsoft.com/office/powerpoint/2010/main" val="4031825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9" name="Groupe 8">
            <a:extLst>
              <a:ext uri="{FF2B5EF4-FFF2-40B4-BE49-F238E27FC236}">
                <a16:creationId xmlns:a16="http://schemas.microsoft.com/office/drawing/2014/main" id="{96F98C88-7AAD-41E2-A452-4C503D1FEEC8}"/>
              </a:ext>
            </a:extLst>
          </p:cNvPr>
          <p:cNvGrpSpPr/>
          <p:nvPr/>
        </p:nvGrpSpPr>
        <p:grpSpPr>
          <a:xfrm>
            <a:off x="116409" y="1722225"/>
            <a:ext cx="1559128" cy="1827927"/>
            <a:chOff x="-67168" y="1474612"/>
            <a:chExt cx="1948786" cy="2293771"/>
          </a:xfrm>
        </p:grpSpPr>
        <p:grpSp>
          <p:nvGrpSpPr>
            <p:cNvPr id="10" name="Group 6">
              <a:extLst>
                <a:ext uri="{FF2B5EF4-FFF2-40B4-BE49-F238E27FC236}">
                  <a16:creationId xmlns:a16="http://schemas.microsoft.com/office/drawing/2014/main" id="{45088BD0-5E0B-46F0-BB79-BEF586F78DC8}"/>
                </a:ext>
              </a:extLst>
            </p:cNvPr>
            <p:cNvGrpSpPr/>
            <p:nvPr/>
          </p:nvGrpSpPr>
          <p:grpSpPr>
            <a:xfrm>
              <a:off x="0" y="1474612"/>
              <a:ext cx="1805234" cy="1392885"/>
              <a:chOff x="1009650" y="2102584"/>
              <a:chExt cx="3678465" cy="2838234"/>
            </a:xfrm>
            <a:solidFill>
              <a:schemeClr val="accent1"/>
            </a:solidFill>
          </p:grpSpPr>
          <p:sp>
            <p:nvSpPr>
              <p:cNvPr id="13" name="Block Arc 3">
                <a:extLst>
                  <a:ext uri="{FF2B5EF4-FFF2-40B4-BE49-F238E27FC236}">
                    <a16:creationId xmlns:a16="http://schemas.microsoft.com/office/drawing/2014/main" id="{91C2ECF0-A827-421A-9C35-C7A0A845DE85}"/>
                  </a:ext>
                </a:extLst>
              </p:cNvPr>
              <p:cNvSpPr/>
              <p:nvPr/>
            </p:nvSpPr>
            <p:spPr>
              <a:xfrm>
                <a:off x="1009650" y="2102584"/>
                <a:ext cx="2838234" cy="2838234"/>
              </a:xfrm>
              <a:prstGeom prst="blockArc">
                <a:avLst>
                  <a:gd name="adj1" fmla="val 21570102"/>
                  <a:gd name="adj2" fmla="val 17581411"/>
                  <a:gd name="adj3" fmla="val 1058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1" name="Arrow: Right 5">
                <a:extLst>
                  <a:ext uri="{FF2B5EF4-FFF2-40B4-BE49-F238E27FC236}">
                    <a16:creationId xmlns:a16="http://schemas.microsoft.com/office/drawing/2014/main" id="{9D0034FC-38F2-4D8E-A333-96DE1AA41A6D}"/>
                  </a:ext>
                </a:extLst>
              </p:cNvPr>
              <p:cNvSpPr/>
              <p:nvPr/>
            </p:nvSpPr>
            <p:spPr>
              <a:xfrm>
                <a:off x="3541485" y="3216902"/>
                <a:ext cx="1146630" cy="609600"/>
              </a:xfrm>
              <a:prstGeom prst="rightArrow">
                <a:avLst>
                  <a:gd name="adj1" fmla="val 50000"/>
                  <a:gd name="adj2" fmla="val 7381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D5C4DA9E-92F6-4376-A5C7-C769D22C5599}"/>
                </a:ext>
              </a:extLst>
            </p:cNvPr>
            <p:cNvSpPr txBox="1"/>
            <p:nvPr/>
          </p:nvSpPr>
          <p:spPr>
            <a:xfrm>
              <a:off x="32150" y="1554777"/>
              <a:ext cx="1325966" cy="1788195"/>
            </a:xfrm>
            <a:prstGeom prst="rect">
              <a:avLst/>
            </a:prstGeom>
            <a:noFill/>
          </p:spPr>
          <p:txBody>
            <a:bodyPr wrap="square" rtlCol="0">
              <a:spAutoFit/>
            </a:bodyPr>
            <a:lstStyle/>
            <a:p>
              <a:pPr algn="ctr" defTabSz="685800">
                <a:buClrTx/>
                <a:defRPr/>
              </a:pPr>
              <a:r>
                <a:rPr lang="ru-RU" sz="6000" b="1" kern="1200" dirty="0">
                  <a:latin typeface="Open Sans" panose="020B0606030504020204" pitchFamily="34" charset="0"/>
                </a:rPr>
                <a:t>1</a:t>
              </a:r>
              <a:endParaRPr lang="en-GB" sz="6000" b="1" kern="1200" dirty="0">
                <a:latin typeface="Noto Sans" panose="020B0502040504020204" pitchFamily="34"/>
                <a:ea typeface="Noto Sans" panose="020B0502040504020204" pitchFamily="34"/>
                <a:cs typeface="Noto Sans" panose="020B0502040504020204" pitchFamily="34"/>
              </a:endParaRPr>
            </a:p>
          </p:txBody>
        </p:sp>
        <p:sp>
          <p:nvSpPr>
            <p:cNvPr id="12" name="TextBox 28" descr="Introduction&#10;">
              <a:extLst>
                <a:ext uri="{FF2B5EF4-FFF2-40B4-BE49-F238E27FC236}">
                  <a16:creationId xmlns:a16="http://schemas.microsoft.com/office/drawing/2014/main" id="{9252070F-E8E9-499A-9CE9-A587F82D2EFE}"/>
                </a:ext>
                <a:ext uri="{C183D7F6-B498-43B3-948B-1728B52AA6E4}">
                  <adec:decorative xmlns:adec="http://schemas.microsoft.com/office/drawing/2017/decorative" val="0"/>
                </a:ext>
              </a:extLst>
            </p:cNvPr>
            <p:cNvSpPr txBox="1"/>
            <p:nvPr/>
          </p:nvSpPr>
          <p:spPr>
            <a:xfrm>
              <a:off x="-67168" y="3034579"/>
              <a:ext cx="1948786" cy="73380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Introduction et </a:t>
              </a:r>
              <a:r>
                <a:rPr lang="en-GB" sz="1600" b="1" kern="1200" dirty="0" err="1">
                  <a:latin typeface="Noto Sans" panose="020B0502040504020204" pitchFamily="34"/>
                  <a:ea typeface="Noto Sans" panose="020B0502040504020204" pitchFamily="34"/>
                  <a:cs typeface="Noto Sans" panose="020B0502040504020204" pitchFamily="34"/>
                </a:rPr>
                <a:t>Contexte</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8" name="Shape 1">
            <a:extLst>
              <a:ext uri="{FF2B5EF4-FFF2-40B4-BE49-F238E27FC236}">
                <a16:creationId xmlns:a16="http://schemas.microsoft.com/office/drawing/2014/main" id="{DD524B99-8B26-4D5B-BC16-E0BB69FDB27F}"/>
              </a:ext>
            </a:extLst>
          </p:cNvPr>
          <p:cNvSpPr/>
          <p:nvPr/>
        </p:nvSpPr>
        <p:spPr>
          <a:xfrm>
            <a:off x="2389509" y="817206"/>
            <a:ext cx="2606986" cy="481962"/>
          </a:xfrm>
          <a:prstGeom prst="roundRect">
            <a:avLst>
              <a:gd name="adj" fmla="val 4572"/>
            </a:avLst>
          </a:prstGeom>
          <a:solidFill>
            <a:srgbClr val="191919"/>
          </a:solidFill>
          <a:ln w="7620">
            <a:solidFill>
              <a:srgbClr val="C6BDDA"/>
            </a:solidFill>
            <a:prstDash val="solid"/>
          </a:ln>
        </p:spPr>
        <p:txBody>
          <a:bodyPr/>
          <a:lstStyle/>
          <a:p>
            <a:endParaRPr lang="en-US"/>
          </a:p>
        </p:txBody>
      </p:sp>
      <p:sp>
        <p:nvSpPr>
          <p:cNvPr id="29" name="Shape 1">
            <a:extLst>
              <a:ext uri="{FF2B5EF4-FFF2-40B4-BE49-F238E27FC236}">
                <a16:creationId xmlns:a16="http://schemas.microsoft.com/office/drawing/2014/main" id="{25838D1B-FA74-44C6-BA49-51BC2B36A1DC}"/>
              </a:ext>
            </a:extLst>
          </p:cNvPr>
          <p:cNvSpPr/>
          <p:nvPr/>
        </p:nvSpPr>
        <p:spPr>
          <a:xfrm>
            <a:off x="5863858" y="836790"/>
            <a:ext cx="2606986" cy="481962"/>
          </a:xfrm>
          <a:prstGeom prst="roundRect">
            <a:avLst>
              <a:gd name="adj" fmla="val 4572"/>
            </a:avLst>
          </a:prstGeom>
          <a:solidFill>
            <a:srgbClr val="191919"/>
          </a:solidFill>
          <a:ln w="7620">
            <a:solidFill>
              <a:srgbClr val="C6BDDA"/>
            </a:solidFill>
            <a:prstDash val="solid"/>
          </a:ln>
        </p:spPr>
        <p:txBody>
          <a:bodyPr/>
          <a:lstStyle/>
          <a:p>
            <a:endParaRPr lang="en-US" dirty="0"/>
          </a:p>
        </p:txBody>
      </p:sp>
      <p:sp>
        <p:nvSpPr>
          <p:cNvPr id="2" name="ZoneTexte 1">
            <a:extLst>
              <a:ext uri="{FF2B5EF4-FFF2-40B4-BE49-F238E27FC236}">
                <a16:creationId xmlns:a16="http://schemas.microsoft.com/office/drawing/2014/main" id="{66A464E8-FC3C-44C1-A934-9FF535975903}"/>
              </a:ext>
            </a:extLst>
          </p:cNvPr>
          <p:cNvSpPr txBox="1"/>
          <p:nvPr/>
        </p:nvSpPr>
        <p:spPr>
          <a:xfrm>
            <a:off x="5917343" y="924606"/>
            <a:ext cx="2659060" cy="553998"/>
          </a:xfrm>
          <a:prstGeom prst="rect">
            <a:avLst/>
          </a:prstGeom>
          <a:noFill/>
        </p:spPr>
        <p:txBody>
          <a:bodyPr wrap="square" rtlCol="0">
            <a:spAutoFit/>
          </a:bodyPr>
          <a:lstStyle/>
          <a:p>
            <a:r>
              <a:rPr lang="fr-FR" sz="1600" b="1" dirty="0">
                <a:solidFill>
                  <a:schemeClr val="bg1"/>
                </a:solidFill>
              </a:rPr>
              <a:t>Conséquences majeures </a:t>
            </a:r>
          </a:p>
          <a:p>
            <a:endParaRPr lang="fr-FR" dirty="0"/>
          </a:p>
        </p:txBody>
      </p:sp>
      <p:sp>
        <p:nvSpPr>
          <p:cNvPr id="3" name="ZoneTexte 2">
            <a:extLst>
              <a:ext uri="{FF2B5EF4-FFF2-40B4-BE49-F238E27FC236}">
                <a16:creationId xmlns:a16="http://schemas.microsoft.com/office/drawing/2014/main" id="{15B7BA0F-7AA0-403B-AFE9-6C258A57A8D0}"/>
              </a:ext>
            </a:extLst>
          </p:cNvPr>
          <p:cNvSpPr txBox="1"/>
          <p:nvPr/>
        </p:nvSpPr>
        <p:spPr>
          <a:xfrm>
            <a:off x="2389509" y="869725"/>
            <a:ext cx="2712111" cy="584775"/>
          </a:xfrm>
          <a:prstGeom prst="rect">
            <a:avLst/>
          </a:prstGeom>
          <a:noFill/>
        </p:spPr>
        <p:txBody>
          <a:bodyPr wrap="square" rtlCol="0">
            <a:spAutoFit/>
          </a:bodyPr>
          <a:lstStyle/>
          <a:p>
            <a:r>
              <a:rPr lang="fr-FR" sz="1800" b="1" dirty="0">
                <a:solidFill>
                  <a:schemeClr val="bg1"/>
                </a:solidFill>
              </a:rPr>
              <a:t>Fatigue du conducteur</a:t>
            </a:r>
          </a:p>
          <a:p>
            <a:endParaRPr lang="fr-FR" dirty="0"/>
          </a:p>
        </p:txBody>
      </p:sp>
      <p:pic>
        <p:nvPicPr>
          <p:cNvPr id="1026" name="Picture 2" descr="Male Driver Dozing While Driving Stock Illustration - Download Image ...">
            <a:extLst>
              <a:ext uri="{FF2B5EF4-FFF2-40B4-BE49-F238E27FC236}">
                <a16:creationId xmlns:a16="http://schemas.microsoft.com/office/drawing/2014/main" id="{C3CF911D-7571-422B-8A59-EA9D87DA41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977339" y="2466923"/>
            <a:ext cx="2608483" cy="2312736"/>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8709F22-7FD9-45AB-95BF-D2593F5AC81C}"/>
              </a:ext>
            </a:extLst>
          </p:cNvPr>
          <p:cNvSpPr txBox="1"/>
          <p:nvPr/>
        </p:nvSpPr>
        <p:spPr>
          <a:xfrm>
            <a:off x="2389509" y="1466638"/>
            <a:ext cx="2563491" cy="1169551"/>
          </a:xfrm>
          <a:prstGeom prst="rect">
            <a:avLst/>
          </a:prstGeom>
          <a:noFill/>
        </p:spPr>
        <p:txBody>
          <a:bodyPr wrap="square" rtlCol="0">
            <a:spAutoFit/>
          </a:bodyPr>
          <a:lstStyle/>
          <a:p>
            <a:r>
              <a:rPr lang="fr-FR" dirty="0"/>
              <a:t>Réduit la vigilance et le temps de réaction</a:t>
            </a:r>
          </a:p>
          <a:p>
            <a:endParaRPr lang="fr-FR" dirty="0"/>
          </a:p>
          <a:p>
            <a:r>
              <a:rPr lang="fr-FR" dirty="0"/>
              <a:t>Augmente considérablement le risque d’accidents</a:t>
            </a:r>
          </a:p>
        </p:txBody>
      </p:sp>
      <p:sp>
        <p:nvSpPr>
          <p:cNvPr id="32" name="Organigramme : Connecteur 31">
            <a:extLst>
              <a:ext uri="{FF2B5EF4-FFF2-40B4-BE49-F238E27FC236}">
                <a16:creationId xmlns:a16="http://schemas.microsoft.com/office/drawing/2014/main" id="{300F3932-2F5A-4188-A380-5B10970406DC}"/>
              </a:ext>
            </a:extLst>
          </p:cNvPr>
          <p:cNvSpPr/>
          <p:nvPr/>
        </p:nvSpPr>
        <p:spPr>
          <a:xfrm>
            <a:off x="4395975" y="4760075"/>
            <a:ext cx="2004824" cy="1771673"/>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ZoneTexte 32">
            <a:extLst>
              <a:ext uri="{FF2B5EF4-FFF2-40B4-BE49-F238E27FC236}">
                <a16:creationId xmlns:a16="http://schemas.microsoft.com/office/drawing/2014/main" id="{B1483DB0-C6B8-4CE6-A078-29DA215E8347}"/>
              </a:ext>
            </a:extLst>
          </p:cNvPr>
          <p:cNvSpPr txBox="1"/>
          <p:nvPr/>
        </p:nvSpPr>
        <p:spPr>
          <a:xfrm>
            <a:off x="5863858" y="1352964"/>
            <a:ext cx="2606986" cy="954107"/>
          </a:xfrm>
          <a:prstGeom prst="rect">
            <a:avLst/>
          </a:prstGeom>
          <a:noFill/>
        </p:spPr>
        <p:txBody>
          <a:bodyPr wrap="square" rtlCol="0">
            <a:spAutoFit/>
          </a:bodyPr>
          <a:lstStyle/>
          <a:p>
            <a:r>
              <a:rPr lang="fr-FR" dirty="0"/>
              <a:t>Erreurs de conduite potentielles</a:t>
            </a:r>
          </a:p>
          <a:p>
            <a:endParaRPr lang="fr-FR" dirty="0"/>
          </a:p>
          <a:p>
            <a:r>
              <a:rPr lang="fr-FR" dirty="0"/>
              <a:t>Accidents graves voire mortels</a:t>
            </a:r>
          </a:p>
        </p:txBody>
      </p:sp>
      <p:grpSp>
        <p:nvGrpSpPr>
          <p:cNvPr id="7" name="Groupe 6">
            <a:extLst>
              <a:ext uri="{FF2B5EF4-FFF2-40B4-BE49-F238E27FC236}">
                <a16:creationId xmlns:a16="http://schemas.microsoft.com/office/drawing/2014/main" id="{98F5399B-EF9D-4FFA-A894-BF0927136492}"/>
              </a:ext>
            </a:extLst>
          </p:cNvPr>
          <p:cNvGrpSpPr/>
          <p:nvPr/>
        </p:nvGrpSpPr>
        <p:grpSpPr>
          <a:xfrm>
            <a:off x="-1" y="0"/>
            <a:ext cx="598171" cy="601980"/>
            <a:chOff x="-1" y="0"/>
            <a:chExt cx="598171" cy="601980"/>
          </a:xfrm>
          <a:solidFill>
            <a:schemeClr val="tx1"/>
          </a:solidFill>
        </p:grpSpPr>
        <p:sp>
          <p:nvSpPr>
            <p:cNvPr id="4" name="Forme en L 3">
              <a:extLst>
                <a:ext uri="{FF2B5EF4-FFF2-40B4-BE49-F238E27FC236}">
                  <a16:creationId xmlns:a16="http://schemas.microsoft.com/office/drawing/2014/main" id="{B9AEE86A-CD65-4D4A-A5CD-511D5C958A50}"/>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F1F10FC7-13CE-4EDE-A59D-6228E8B33786}"/>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8" name="Rectangle 7">
            <a:extLst>
              <a:ext uri="{FF2B5EF4-FFF2-40B4-BE49-F238E27FC236}">
                <a16:creationId xmlns:a16="http://schemas.microsoft.com/office/drawing/2014/main" id="{03D88B3E-9753-4ED9-80CA-00196128998D}"/>
              </a:ext>
            </a:extLst>
          </p:cNvPr>
          <p:cNvSpPr/>
          <p:nvPr/>
        </p:nvSpPr>
        <p:spPr>
          <a:xfrm>
            <a:off x="8768715" y="339090"/>
            <a:ext cx="201930" cy="207645"/>
          </a:xfrm>
          <a:prstGeom prst="rect">
            <a:avLst/>
          </a:prstGeom>
          <a:solidFill>
            <a:srgbClr val="DE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343198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9" name="Groupe 8">
            <a:extLst>
              <a:ext uri="{FF2B5EF4-FFF2-40B4-BE49-F238E27FC236}">
                <a16:creationId xmlns:a16="http://schemas.microsoft.com/office/drawing/2014/main" id="{96F98C88-7AAD-41E2-A452-4C503D1FEEC8}"/>
              </a:ext>
            </a:extLst>
          </p:cNvPr>
          <p:cNvGrpSpPr/>
          <p:nvPr/>
        </p:nvGrpSpPr>
        <p:grpSpPr>
          <a:xfrm>
            <a:off x="116409" y="1722225"/>
            <a:ext cx="1559128" cy="1827927"/>
            <a:chOff x="-67168" y="1474612"/>
            <a:chExt cx="1948786" cy="2293771"/>
          </a:xfrm>
        </p:grpSpPr>
        <p:grpSp>
          <p:nvGrpSpPr>
            <p:cNvPr id="10" name="Group 6">
              <a:extLst>
                <a:ext uri="{FF2B5EF4-FFF2-40B4-BE49-F238E27FC236}">
                  <a16:creationId xmlns:a16="http://schemas.microsoft.com/office/drawing/2014/main" id="{45088BD0-5E0B-46F0-BB79-BEF586F78DC8}"/>
                </a:ext>
              </a:extLst>
            </p:cNvPr>
            <p:cNvGrpSpPr/>
            <p:nvPr/>
          </p:nvGrpSpPr>
          <p:grpSpPr>
            <a:xfrm>
              <a:off x="0" y="1474612"/>
              <a:ext cx="1805234" cy="1392885"/>
              <a:chOff x="1009650" y="2102584"/>
              <a:chExt cx="3678465" cy="2838234"/>
            </a:xfrm>
            <a:solidFill>
              <a:schemeClr val="accent1"/>
            </a:solidFill>
          </p:grpSpPr>
          <p:sp>
            <p:nvSpPr>
              <p:cNvPr id="13" name="Block Arc 3">
                <a:extLst>
                  <a:ext uri="{FF2B5EF4-FFF2-40B4-BE49-F238E27FC236}">
                    <a16:creationId xmlns:a16="http://schemas.microsoft.com/office/drawing/2014/main" id="{91C2ECF0-A827-421A-9C35-C7A0A845DE85}"/>
                  </a:ext>
                </a:extLst>
              </p:cNvPr>
              <p:cNvSpPr/>
              <p:nvPr/>
            </p:nvSpPr>
            <p:spPr>
              <a:xfrm>
                <a:off x="1009650" y="2102584"/>
                <a:ext cx="2838234" cy="2838234"/>
              </a:xfrm>
              <a:prstGeom prst="blockArc">
                <a:avLst>
                  <a:gd name="adj1" fmla="val 21570102"/>
                  <a:gd name="adj2" fmla="val 17581411"/>
                  <a:gd name="adj3" fmla="val 1058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1" name="Arrow: Right 5">
                <a:extLst>
                  <a:ext uri="{FF2B5EF4-FFF2-40B4-BE49-F238E27FC236}">
                    <a16:creationId xmlns:a16="http://schemas.microsoft.com/office/drawing/2014/main" id="{9D0034FC-38F2-4D8E-A333-96DE1AA41A6D}"/>
                  </a:ext>
                </a:extLst>
              </p:cNvPr>
              <p:cNvSpPr/>
              <p:nvPr/>
            </p:nvSpPr>
            <p:spPr>
              <a:xfrm>
                <a:off x="3541485" y="3216902"/>
                <a:ext cx="1146630" cy="609600"/>
              </a:xfrm>
              <a:prstGeom prst="rightArrow">
                <a:avLst>
                  <a:gd name="adj1" fmla="val 50000"/>
                  <a:gd name="adj2" fmla="val 7381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D5C4DA9E-92F6-4376-A5C7-C769D22C5599}"/>
                </a:ext>
              </a:extLst>
            </p:cNvPr>
            <p:cNvSpPr txBox="1"/>
            <p:nvPr/>
          </p:nvSpPr>
          <p:spPr>
            <a:xfrm>
              <a:off x="32150" y="1554777"/>
              <a:ext cx="1325966" cy="1788195"/>
            </a:xfrm>
            <a:prstGeom prst="rect">
              <a:avLst/>
            </a:prstGeom>
            <a:noFill/>
          </p:spPr>
          <p:txBody>
            <a:bodyPr wrap="square" rtlCol="0">
              <a:spAutoFit/>
            </a:bodyPr>
            <a:lstStyle/>
            <a:p>
              <a:pPr algn="ctr" defTabSz="685800">
                <a:buClrTx/>
                <a:defRPr/>
              </a:pPr>
              <a:r>
                <a:rPr lang="ru-RU" sz="6000" b="1" kern="1200" dirty="0">
                  <a:latin typeface="Open Sans" panose="020B0606030504020204" pitchFamily="34" charset="0"/>
                </a:rPr>
                <a:t>1</a:t>
              </a:r>
              <a:endParaRPr lang="en-GB" sz="6000" b="1" kern="1200" dirty="0">
                <a:latin typeface="Noto Sans" panose="020B0502040504020204" pitchFamily="34"/>
                <a:ea typeface="Noto Sans" panose="020B0502040504020204" pitchFamily="34"/>
                <a:cs typeface="Noto Sans" panose="020B0502040504020204" pitchFamily="34"/>
              </a:endParaRPr>
            </a:p>
          </p:txBody>
        </p:sp>
        <p:sp>
          <p:nvSpPr>
            <p:cNvPr id="12" name="TextBox 28" descr="Introduction&#10;">
              <a:extLst>
                <a:ext uri="{FF2B5EF4-FFF2-40B4-BE49-F238E27FC236}">
                  <a16:creationId xmlns:a16="http://schemas.microsoft.com/office/drawing/2014/main" id="{9252070F-E8E9-499A-9CE9-A587F82D2EFE}"/>
                </a:ext>
                <a:ext uri="{C183D7F6-B498-43B3-948B-1728B52AA6E4}">
                  <adec:decorative xmlns:adec="http://schemas.microsoft.com/office/drawing/2017/decorative" val="0"/>
                </a:ext>
              </a:extLst>
            </p:cNvPr>
            <p:cNvSpPr txBox="1"/>
            <p:nvPr/>
          </p:nvSpPr>
          <p:spPr>
            <a:xfrm>
              <a:off x="-67168" y="3034579"/>
              <a:ext cx="1948786" cy="73380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Introduction et </a:t>
              </a:r>
              <a:r>
                <a:rPr lang="en-GB" sz="1600" b="1" kern="1200" dirty="0" err="1">
                  <a:latin typeface="Noto Sans" panose="020B0502040504020204" pitchFamily="34"/>
                  <a:ea typeface="Noto Sans" panose="020B0502040504020204" pitchFamily="34"/>
                  <a:cs typeface="Noto Sans" panose="020B0502040504020204" pitchFamily="34"/>
                </a:rPr>
                <a:t>Contexte</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8" name="Shape 1">
            <a:extLst>
              <a:ext uri="{FF2B5EF4-FFF2-40B4-BE49-F238E27FC236}">
                <a16:creationId xmlns:a16="http://schemas.microsoft.com/office/drawing/2014/main" id="{DD524B99-8B26-4D5B-BC16-E0BB69FDB27F}"/>
              </a:ext>
            </a:extLst>
          </p:cNvPr>
          <p:cNvSpPr/>
          <p:nvPr/>
        </p:nvSpPr>
        <p:spPr>
          <a:xfrm>
            <a:off x="2389509" y="817206"/>
            <a:ext cx="2606986" cy="481962"/>
          </a:xfrm>
          <a:prstGeom prst="roundRect">
            <a:avLst>
              <a:gd name="adj" fmla="val 4572"/>
            </a:avLst>
          </a:prstGeom>
          <a:solidFill>
            <a:srgbClr val="191919"/>
          </a:solidFill>
          <a:ln w="7620">
            <a:solidFill>
              <a:srgbClr val="C6BDDA"/>
            </a:solidFill>
            <a:prstDash val="solid"/>
          </a:ln>
        </p:spPr>
        <p:txBody>
          <a:bodyPr/>
          <a:lstStyle/>
          <a:p>
            <a:endParaRPr lang="en-US"/>
          </a:p>
        </p:txBody>
      </p:sp>
      <p:sp>
        <p:nvSpPr>
          <p:cNvPr id="29" name="Shape 1">
            <a:extLst>
              <a:ext uri="{FF2B5EF4-FFF2-40B4-BE49-F238E27FC236}">
                <a16:creationId xmlns:a16="http://schemas.microsoft.com/office/drawing/2014/main" id="{25838D1B-FA74-44C6-BA49-51BC2B36A1DC}"/>
              </a:ext>
            </a:extLst>
          </p:cNvPr>
          <p:cNvSpPr/>
          <p:nvPr/>
        </p:nvSpPr>
        <p:spPr>
          <a:xfrm>
            <a:off x="5863858" y="836790"/>
            <a:ext cx="2606986" cy="481962"/>
          </a:xfrm>
          <a:prstGeom prst="roundRect">
            <a:avLst>
              <a:gd name="adj" fmla="val 4572"/>
            </a:avLst>
          </a:prstGeom>
          <a:solidFill>
            <a:srgbClr val="191919"/>
          </a:solidFill>
          <a:ln w="7620">
            <a:solidFill>
              <a:srgbClr val="C6BDDA"/>
            </a:solidFill>
            <a:prstDash val="solid"/>
          </a:ln>
        </p:spPr>
        <p:txBody>
          <a:bodyPr/>
          <a:lstStyle/>
          <a:p>
            <a:endParaRPr lang="en-US" dirty="0"/>
          </a:p>
        </p:txBody>
      </p:sp>
      <p:sp>
        <p:nvSpPr>
          <p:cNvPr id="2" name="ZoneTexte 1">
            <a:extLst>
              <a:ext uri="{FF2B5EF4-FFF2-40B4-BE49-F238E27FC236}">
                <a16:creationId xmlns:a16="http://schemas.microsoft.com/office/drawing/2014/main" id="{66A464E8-FC3C-44C1-A934-9FF535975903}"/>
              </a:ext>
            </a:extLst>
          </p:cNvPr>
          <p:cNvSpPr txBox="1"/>
          <p:nvPr/>
        </p:nvSpPr>
        <p:spPr>
          <a:xfrm>
            <a:off x="5917343" y="924606"/>
            <a:ext cx="2659060" cy="369332"/>
          </a:xfrm>
          <a:prstGeom prst="rect">
            <a:avLst/>
          </a:prstGeom>
          <a:noFill/>
        </p:spPr>
        <p:txBody>
          <a:bodyPr wrap="square" rtlCol="0">
            <a:spAutoFit/>
          </a:bodyPr>
          <a:lstStyle/>
          <a:p>
            <a:r>
              <a:rPr lang="fr-FR" sz="1800" b="1" dirty="0">
                <a:solidFill>
                  <a:schemeClr val="bg1"/>
                </a:solidFill>
              </a:rPr>
              <a:t>Facteurs aggravants</a:t>
            </a:r>
          </a:p>
        </p:txBody>
      </p:sp>
      <p:sp>
        <p:nvSpPr>
          <p:cNvPr id="3" name="ZoneTexte 2">
            <a:extLst>
              <a:ext uri="{FF2B5EF4-FFF2-40B4-BE49-F238E27FC236}">
                <a16:creationId xmlns:a16="http://schemas.microsoft.com/office/drawing/2014/main" id="{15B7BA0F-7AA0-403B-AFE9-6C258A57A8D0}"/>
              </a:ext>
            </a:extLst>
          </p:cNvPr>
          <p:cNvSpPr txBox="1"/>
          <p:nvPr/>
        </p:nvSpPr>
        <p:spPr>
          <a:xfrm>
            <a:off x="2389509" y="872198"/>
            <a:ext cx="2712111" cy="369332"/>
          </a:xfrm>
          <a:prstGeom prst="rect">
            <a:avLst/>
          </a:prstGeom>
          <a:noFill/>
        </p:spPr>
        <p:txBody>
          <a:bodyPr wrap="square" rtlCol="0">
            <a:spAutoFit/>
          </a:bodyPr>
          <a:lstStyle/>
          <a:p>
            <a:r>
              <a:rPr lang="fr-FR" sz="1800" b="1" dirty="0">
                <a:solidFill>
                  <a:schemeClr val="bg1"/>
                </a:solidFill>
              </a:rPr>
              <a:t>Statistiques clés </a:t>
            </a:r>
          </a:p>
        </p:txBody>
      </p:sp>
      <p:sp>
        <p:nvSpPr>
          <p:cNvPr id="6" name="ZoneTexte 5">
            <a:extLst>
              <a:ext uri="{FF2B5EF4-FFF2-40B4-BE49-F238E27FC236}">
                <a16:creationId xmlns:a16="http://schemas.microsoft.com/office/drawing/2014/main" id="{38709F22-7FD9-45AB-95BF-D2593F5AC81C}"/>
              </a:ext>
            </a:extLst>
          </p:cNvPr>
          <p:cNvSpPr txBox="1"/>
          <p:nvPr/>
        </p:nvSpPr>
        <p:spPr>
          <a:xfrm>
            <a:off x="2389509" y="1466638"/>
            <a:ext cx="2563491" cy="1169551"/>
          </a:xfrm>
          <a:prstGeom prst="rect">
            <a:avLst/>
          </a:prstGeom>
          <a:noFill/>
        </p:spPr>
        <p:txBody>
          <a:bodyPr wrap="square" rtlCol="0">
            <a:spAutoFit/>
          </a:bodyPr>
          <a:lstStyle/>
          <a:p>
            <a:r>
              <a:rPr lang="fr-FR" dirty="0"/>
              <a:t>Pertes économiques : ~19,5 milliards de dirhams/an</a:t>
            </a:r>
          </a:p>
          <a:p>
            <a:endParaRPr lang="fr-FR" dirty="0"/>
          </a:p>
          <a:p>
            <a:r>
              <a:rPr lang="fr-FR" dirty="0"/>
              <a:t>Nombre d'accidents élevés liés à la fatigue</a:t>
            </a:r>
          </a:p>
        </p:txBody>
      </p:sp>
      <p:sp>
        <p:nvSpPr>
          <p:cNvPr id="32" name="Organigramme : Connecteur 31">
            <a:extLst>
              <a:ext uri="{FF2B5EF4-FFF2-40B4-BE49-F238E27FC236}">
                <a16:creationId xmlns:a16="http://schemas.microsoft.com/office/drawing/2014/main" id="{300F3932-2F5A-4188-A380-5B10970406DC}"/>
              </a:ext>
            </a:extLst>
          </p:cNvPr>
          <p:cNvSpPr/>
          <p:nvPr/>
        </p:nvSpPr>
        <p:spPr>
          <a:xfrm>
            <a:off x="4395975" y="4760075"/>
            <a:ext cx="2004824" cy="1771673"/>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ZoneTexte 32">
            <a:extLst>
              <a:ext uri="{FF2B5EF4-FFF2-40B4-BE49-F238E27FC236}">
                <a16:creationId xmlns:a16="http://schemas.microsoft.com/office/drawing/2014/main" id="{B1483DB0-C6B8-4CE6-A078-29DA215E8347}"/>
              </a:ext>
            </a:extLst>
          </p:cNvPr>
          <p:cNvSpPr txBox="1"/>
          <p:nvPr/>
        </p:nvSpPr>
        <p:spPr>
          <a:xfrm>
            <a:off x="5863857" y="1352964"/>
            <a:ext cx="2927929" cy="1384995"/>
          </a:xfrm>
          <a:prstGeom prst="rect">
            <a:avLst/>
          </a:prstGeom>
          <a:noFill/>
        </p:spPr>
        <p:txBody>
          <a:bodyPr wrap="square" rtlCol="0">
            <a:spAutoFit/>
          </a:bodyPr>
          <a:lstStyle/>
          <a:p>
            <a:r>
              <a:rPr lang="fr-FR" dirty="0"/>
              <a:t>Longs trajets</a:t>
            </a:r>
          </a:p>
          <a:p>
            <a:endParaRPr lang="fr-FR" dirty="0"/>
          </a:p>
          <a:p>
            <a:r>
              <a:rPr lang="fr-FR" dirty="0"/>
              <a:t>Conduite en nocturne</a:t>
            </a:r>
          </a:p>
          <a:p>
            <a:endParaRPr lang="fr-FR" dirty="0"/>
          </a:p>
          <a:p>
            <a:r>
              <a:rPr lang="fr-FR" dirty="0"/>
              <a:t>Conditions météorologiques imprévisibles</a:t>
            </a:r>
          </a:p>
        </p:txBody>
      </p:sp>
      <p:pic>
        <p:nvPicPr>
          <p:cNvPr id="2050" name="Picture 2">
            <a:extLst>
              <a:ext uri="{FF2B5EF4-FFF2-40B4-BE49-F238E27FC236}">
                <a16:creationId xmlns:a16="http://schemas.microsoft.com/office/drawing/2014/main" id="{6B2B8C66-0B91-4CFE-9135-401CCDA2F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0585" y="3056185"/>
            <a:ext cx="3750135" cy="208731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oogle Shape;4822;p61">
            <a:extLst>
              <a:ext uri="{FF2B5EF4-FFF2-40B4-BE49-F238E27FC236}">
                <a16:creationId xmlns:a16="http://schemas.microsoft.com/office/drawing/2014/main" id="{9B9EB70A-0735-4EB9-903D-3CFF4A9449E8}"/>
              </a:ext>
            </a:extLst>
          </p:cNvPr>
          <p:cNvGrpSpPr/>
          <p:nvPr/>
        </p:nvGrpSpPr>
        <p:grpSpPr>
          <a:xfrm>
            <a:off x="2059608" y="1466638"/>
            <a:ext cx="332881" cy="332881"/>
            <a:chOff x="6239925" y="2032450"/>
            <a:chExt cx="472775" cy="472775"/>
          </a:xfrm>
          <a:solidFill>
            <a:srgbClr val="191919"/>
          </a:solidFill>
        </p:grpSpPr>
        <p:sp>
          <p:nvSpPr>
            <p:cNvPr id="22" name="Google Shape;4823;p61">
              <a:extLst>
                <a:ext uri="{FF2B5EF4-FFF2-40B4-BE49-F238E27FC236}">
                  <a16:creationId xmlns:a16="http://schemas.microsoft.com/office/drawing/2014/main" id="{61F92DDC-0F99-481E-961B-E1B60D7C3961}"/>
                </a:ext>
              </a:extLst>
            </p:cNvPr>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3" name="Google Shape;4824;p61">
              <a:extLst>
                <a:ext uri="{FF2B5EF4-FFF2-40B4-BE49-F238E27FC236}">
                  <a16:creationId xmlns:a16="http://schemas.microsoft.com/office/drawing/2014/main" id="{0609962D-C48A-4026-A4E6-75EECFB21241}"/>
                </a:ext>
              </a:extLst>
            </p:cNvPr>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sp>
        <p:nvSpPr>
          <p:cNvPr id="24" name="Google Shape;4805;p61">
            <a:extLst>
              <a:ext uri="{FF2B5EF4-FFF2-40B4-BE49-F238E27FC236}">
                <a16:creationId xmlns:a16="http://schemas.microsoft.com/office/drawing/2014/main" id="{F127EEC2-1F10-4C90-AE53-80F6A3F6716F}"/>
              </a:ext>
            </a:extLst>
          </p:cNvPr>
          <p:cNvSpPr/>
          <p:nvPr/>
        </p:nvSpPr>
        <p:spPr>
          <a:xfrm>
            <a:off x="2058227" y="2158023"/>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25" name="Google Shape;4963;p61">
            <a:extLst>
              <a:ext uri="{FF2B5EF4-FFF2-40B4-BE49-F238E27FC236}">
                <a16:creationId xmlns:a16="http://schemas.microsoft.com/office/drawing/2014/main" id="{F0D4B215-273D-4405-B6BB-D0625F102169}"/>
              </a:ext>
            </a:extLst>
          </p:cNvPr>
          <p:cNvGrpSpPr/>
          <p:nvPr/>
        </p:nvGrpSpPr>
        <p:grpSpPr>
          <a:xfrm>
            <a:off x="5558456" y="1799519"/>
            <a:ext cx="339253" cy="308765"/>
            <a:chOff x="1492675" y="4420975"/>
            <a:chExt cx="481825" cy="438525"/>
          </a:xfrm>
          <a:solidFill>
            <a:srgbClr val="191919"/>
          </a:solidFill>
        </p:grpSpPr>
        <p:sp>
          <p:nvSpPr>
            <p:cNvPr id="26" name="Google Shape;4964;p61">
              <a:extLst>
                <a:ext uri="{FF2B5EF4-FFF2-40B4-BE49-F238E27FC236}">
                  <a16:creationId xmlns:a16="http://schemas.microsoft.com/office/drawing/2014/main" id="{25CE34A5-201B-4E8F-81C2-130C1C8E37A0}"/>
                </a:ext>
              </a:extLst>
            </p:cNvPr>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4965;p61">
              <a:extLst>
                <a:ext uri="{FF2B5EF4-FFF2-40B4-BE49-F238E27FC236}">
                  <a16:creationId xmlns:a16="http://schemas.microsoft.com/office/drawing/2014/main" id="{EF8DAADC-0075-44B5-9B2F-BC9663A94323}"/>
                </a:ext>
              </a:extLst>
            </p:cNvPr>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4966;p61">
              <a:extLst>
                <a:ext uri="{FF2B5EF4-FFF2-40B4-BE49-F238E27FC236}">
                  <a16:creationId xmlns:a16="http://schemas.microsoft.com/office/drawing/2014/main" id="{420347D7-CB7D-4DD8-B9D2-936C50FBB834}"/>
                </a:ext>
              </a:extLst>
            </p:cNvPr>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4967;p61">
              <a:extLst>
                <a:ext uri="{FF2B5EF4-FFF2-40B4-BE49-F238E27FC236}">
                  <a16:creationId xmlns:a16="http://schemas.microsoft.com/office/drawing/2014/main" id="{F627F68F-E692-461F-9E84-AED198174E60}"/>
                </a:ext>
              </a:extLst>
            </p:cNvPr>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4" name="Google Shape;4968;p61">
              <a:extLst>
                <a:ext uri="{FF2B5EF4-FFF2-40B4-BE49-F238E27FC236}">
                  <a16:creationId xmlns:a16="http://schemas.microsoft.com/office/drawing/2014/main" id="{FF6BFC56-BF36-4693-8860-E4832D1791D6}"/>
                </a:ext>
              </a:extLst>
            </p:cNvPr>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5" name="Google Shape;4791;p61">
            <a:extLst>
              <a:ext uri="{FF2B5EF4-FFF2-40B4-BE49-F238E27FC236}">
                <a16:creationId xmlns:a16="http://schemas.microsoft.com/office/drawing/2014/main" id="{28C6991F-1DF6-4077-915D-A38E4838FAA9}"/>
              </a:ext>
            </a:extLst>
          </p:cNvPr>
          <p:cNvGrpSpPr/>
          <p:nvPr/>
        </p:nvGrpSpPr>
        <p:grpSpPr>
          <a:xfrm>
            <a:off x="5541504" y="1373297"/>
            <a:ext cx="339306" cy="298186"/>
            <a:chOff x="2085450" y="2057100"/>
            <a:chExt cx="481900" cy="423500"/>
          </a:xfrm>
          <a:solidFill>
            <a:srgbClr val="191919"/>
          </a:solidFill>
        </p:grpSpPr>
        <p:sp>
          <p:nvSpPr>
            <p:cNvPr id="36" name="Google Shape;4792;p61">
              <a:extLst>
                <a:ext uri="{FF2B5EF4-FFF2-40B4-BE49-F238E27FC236}">
                  <a16:creationId xmlns:a16="http://schemas.microsoft.com/office/drawing/2014/main" id="{7C5AEBE5-493C-4E7D-9736-A0AE2B773353}"/>
                </a:ext>
              </a:extLst>
            </p:cNvPr>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 name="Google Shape;4793;p61">
              <a:extLst>
                <a:ext uri="{FF2B5EF4-FFF2-40B4-BE49-F238E27FC236}">
                  <a16:creationId xmlns:a16="http://schemas.microsoft.com/office/drawing/2014/main" id="{A970BDFD-EE32-441B-A462-3B52DCE1BEB9}"/>
                </a:ext>
              </a:extLst>
            </p:cNvPr>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 name="Google Shape;4794;p61">
              <a:extLst>
                <a:ext uri="{FF2B5EF4-FFF2-40B4-BE49-F238E27FC236}">
                  <a16:creationId xmlns:a16="http://schemas.microsoft.com/office/drawing/2014/main" id="{A58C500A-D443-4929-8BEE-52786B1F7819}"/>
                </a:ext>
              </a:extLst>
            </p:cNvPr>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9" name="Google Shape;4889;p61">
            <a:extLst>
              <a:ext uri="{FF2B5EF4-FFF2-40B4-BE49-F238E27FC236}">
                <a16:creationId xmlns:a16="http://schemas.microsoft.com/office/drawing/2014/main" id="{2ACFD1B0-A965-44CB-BE6D-BC30BB340700}"/>
              </a:ext>
            </a:extLst>
          </p:cNvPr>
          <p:cNvSpPr/>
          <p:nvPr/>
        </p:nvSpPr>
        <p:spPr>
          <a:xfrm>
            <a:off x="5522448" y="232298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0" name="Groupe 39">
            <a:extLst>
              <a:ext uri="{FF2B5EF4-FFF2-40B4-BE49-F238E27FC236}">
                <a16:creationId xmlns:a16="http://schemas.microsoft.com/office/drawing/2014/main" id="{9425EDFE-2B71-48D9-99C3-5785C8EA10B4}"/>
              </a:ext>
            </a:extLst>
          </p:cNvPr>
          <p:cNvGrpSpPr/>
          <p:nvPr/>
        </p:nvGrpSpPr>
        <p:grpSpPr>
          <a:xfrm>
            <a:off x="-1" y="0"/>
            <a:ext cx="598171" cy="601980"/>
            <a:chOff x="-1" y="0"/>
            <a:chExt cx="598171" cy="601980"/>
          </a:xfrm>
          <a:solidFill>
            <a:schemeClr val="tx1"/>
          </a:solidFill>
        </p:grpSpPr>
        <p:sp>
          <p:nvSpPr>
            <p:cNvPr id="41" name="Forme en L 40">
              <a:extLst>
                <a:ext uri="{FF2B5EF4-FFF2-40B4-BE49-F238E27FC236}">
                  <a16:creationId xmlns:a16="http://schemas.microsoft.com/office/drawing/2014/main" id="{D98923D9-DA86-4638-94F1-7CE5D3EC6FEE}"/>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6C8E57BE-5A9B-464C-A79B-9CC47BFFCEC7}"/>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3" name="Rectangle 42">
            <a:extLst>
              <a:ext uri="{FF2B5EF4-FFF2-40B4-BE49-F238E27FC236}">
                <a16:creationId xmlns:a16="http://schemas.microsoft.com/office/drawing/2014/main" id="{393D04BB-C1C5-4B3F-9E37-56D4C5201781}"/>
              </a:ext>
            </a:extLst>
          </p:cNvPr>
          <p:cNvSpPr/>
          <p:nvPr/>
        </p:nvSpPr>
        <p:spPr>
          <a:xfrm>
            <a:off x="8768715" y="339090"/>
            <a:ext cx="201930" cy="207645"/>
          </a:xfrm>
          <a:prstGeom prst="rect">
            <a:avLst/>
          </a:prstGeom>
          <a:solidFill>
            <a:srgbClr val="DE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061598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9" name="Shape 4">
            <a:extLst>
              <a:ext uri="{FF2B5EF4-FFF2-40B4-BE49-F238E27FC236}">
                <a16:creationId xmlns:a16="http://schemas.microsoft.com/office/drawing/2014/main" id="{3EB24884-C2F9-4056-85EF-DC8DE60B88C4}"/>
              </a:ext>
            </a:extLst>
          </p:cNvPr>
          <p:cNvSpPr/>
          <p:nvPr/>
        </p:nvSpPr>
        <p:spPr>
          <a:xfrm>
            <a:off x="2011682" y="1049671"/>
            <a:ext cx="2269066" cy="2377631"/>
          </a:xfrm>
          <a:prstGeom prst="roundRect">
            <a:avLst>
              <a:gd name="adj" fmla="val 10098"/>
            </a:avLst>
          </a:prstGeom>
          <a:solidFill>
            <a:srgbClr val="571022"/>
          </a:solidFill>
          <a:ln w="7620">
            <a:solidFill>
              <a:srgbClr val="C6BDDA"/>
            </a:solidFill>
            <a:prstDash val="solid"/>
          </a:ln>
        </p:spPr>
        <p:txBody>
          <a:bodyPr/>
          <a:lstStyle/>
          <a:p>
            <a:endParaRPr lang="en-US"/>
          </a:p>
        </p:txBody>
      </p:sp>
      <p:sp>
        <p:nvSpPr>
          <p:cNvPr id="28" name="Shape 4">
            <a:extLst>
              <a:ext uri="{FF2B5EF4-FFF2-40B4-BE49-F238E27FC236}">
                <a16:creationId xmlns:a16="http://schemas.microsoft.com/office/drawing/2014/main" id="{2AEFCD5F-258D-41DD-9D4E-CD4675BBCF18}"/>
              </a:ext>
            </a:extLst>
          </p:cNvPr>
          <p:cNvSpPr/>
          <p:nvPr/>
        </p:nvSpPr>
        <p:spPr>
          <a:xfrm>
            <a:off x="1999196" y="1048754"/>
            <a:ext cx="2269066" cy="2377631"/>
          </a:xfrm>
          <a:prstGeom prst="roundRect">
            <a:avLst>
              <a:gd name="adj" fmla="val 10098"/>
            </a:avLst>
          </a:prstGeom>
          <a:solidFill>
            <a:srgbClr val="571022"/>
          </a:solidFill>
          <a:ln w="7620">
            <a:solidFill>
              <a:srgbClr val="C6BDDA"/>
            </a:solidFill>
            <a:prstDash val="solid"/>
          </a:ln>
        </p:spPr>
        <p:txBody>
          <a:bodyPr/>
          <a:lstStyle/>
          <a:p>
            <a:endParaRPr lang="en-US"/>
          </a:p>
        </p:txBody>
      </p:sp>
      <p:sp>
        <p:nvSpPr>
          <p:cNvPr id="12" name="ZoneTexte 11">
            <a:extLst>
              <a:ext uri="{FF2B5EF4-FFF2-40B4-BE49-F238E27FC236}">
                <a16:creationId xmlns:a16="http://schemas.microsoft.com/office/drawing/2014/main" id="{A2980322-1D32-409A-87F6-1E5CDD7269B8}"/>
              </a:ext>
            </a:extLst>
          </p:cNvPr>
          <p:cNvSpPr txBox="1"/>
          <p:nvPr/>
        </p:nvSpPr>
        <p:spPr>
          <a:xfrm>
            <a:off x="2244641" y="354561"/>
            <a:ext cx="5998506" cy="584775"/>
          </a:xfrm>
          <a:prstGeom prst="rect">
            <a:avLst/>
          </a:prstGeom>
          <a:noFill/>
        </p:spPr>
        <p:txBody>
          <a:bodyPr wrap="square">
            <a:spAutoFit/>
          </a:bodyPr>
          <a:lstStyle/>
          <a:p>
            <a:pPr eaLnBrk="0" fontAlgn="base" hangingPunct="0">
              <a:spcBef>
                <a:spcPct val="0"/>
              </a:spcBef>
              <a:spcAft>
                <a:spcPct val="0"/>
              </a:spcAft>
              <a:buClrTx/>
            </a:pPr>
            <a:r>
              <a:rPr lang="fr-FR" sz="3200" b="1" dirty="0">
                <a:solidFill>
                  <a:srgbClr val="571022"/>
                </a:solidFill>
              </a:rPr>
              <a:t>Pourquoi un système ADAS ?</a:t>
            </a:r>
            <a:endParaRPr lang="fr-FR" altLang="fr-FR" sz="3200" b="1" kern="1200" dirty="0">
              <a:solidFill>
                <a:srgbClr val="571022"/>
              </a:solidFill>
              <a:latin typeface="Noto Sans" panose="020B0502040504020204" pitchFamily="34"/>
              <a:ea typeface="Noto Sans" panose="020B0502040504020204" pitchFamily="34"/>
              <a:cs typeface="Noto Sans" panose="020B0502040504020204" pitchFamily="34"/>
            </a:endParaRPr>
          </a:p>
        </p:txBody>
      </p:sp>
      <p:sp>
        <p:nvSpPr>
          <p:cNvPr id="20" name="Shape 4">
            <a:extLst>
              <a:ext uri="{FF2B5EF4-FFF2-40B4-BE49-F238E27FC236}">
                <a16:creationId xmlns:a16="http://schemas.microsoft.com/office/drawing/2014/main" id="{45AAF65F-4DBD-4F23-8928-D3FEA9FB3BD5}"/>
              </a:ext>
            </a:extLst>
          </p:cNvPr>
          <p:cNvSpPr/>
          <p:nvPr/>
        </p:nvSpPr>
        <p:spPr>
          <a:xfrm>
            <a:off x="1999196" y="1062967"/>
            <a:ext cx="2269066" cy="2377631"/>
          </a:xfrm>
          <a:prstGeom prst="roundRect">
            <a:avLst>
              <a:gd name="adj" fmla="val 10098"/>
            </a:avLst>
          </a:prstGeom>
          <a:solidFill>
            <a:srgbClr val="571022"/>
          </a:solidFill>
          <a:ln w="7620">
            <a:solidFill>
              <a:srgbClr val="C6BDDA"/>
            </a:solidFill>
            <a:prstDash val="solid"/>
          </a:ln>
        </p:spPr>
        <p:txBody>
          <a:bodyPr/>
          <a:lstStyle/>
          <a:p>
            <a:endParaRPr lang="en-US" dirty="0"/>
          </a:p>
        </p:txBody>
      </p:sp>
      <p:sp>
        <p:nvSpPr>
          <p:cNvPr id="2" name="ZoneTexte 1">
            <a:extLst>
              <a:ext uri="{FF2B5EF4-FFF2-40B4-BE49-F238E27FC236}">
                <a16:creationId xmlns:a16="http://schemas.microsoft.com/office/drawing/2014/main" id="{3F9EF885-4ED1-467F-BCE1-65E54E90DB84}"/>
              </a:ext>
            </a:extLst>
          </p:cNvPr>
          <p:cNvSpPr txBox="1"/>
          <p:nvPr/>
        </p:nvSpPr>
        <p:spPr>
          <a:xfrm>
            <a:off x="2083137" y="1163863"/>
            <a:ext cx="2126826" cy="1446550"/>
          </a:xfrm>
          <a:prstGeom prst="rect">
            <a:avLst/>
          </a:prstGeom>
          <a:noFill/>
        </p:spPr>
        <p:txBody>
          <a:bodyPr wrap="square" rtlCol="0">
            <a:spAutoFit/>
          </a:bodyPr>
          <a:lstStyle/>
          <a:p>
            <a:r>
              <a:rPr lang="fr-FR" sz="1800" b="1" dirty="0">
                <a:solidFill>
                  <a:schemeClr val="bg1"/>
                </a:solidFill>
              </a:rPr>
              <a:t>But </a:t>
            </a:r>
          </a:p>
          <a:p>
            <a:br>
              <a:rPr lang="fr-FR" b="1" dirty="0">
                <a:solidFill>
                  <a:schemeClr val="bg1"/>
                </a:solidFill>
              </a:rPr>
            </a:br>
            <a:r>
              <a:rPr lang="fr-FR" dirty="0">
                <a:solidFill>
                  <a:schemeClr val="bg1"/>
                </a:solidFill>
              </a:rPr>
              <a:t>Détecter précocement les signes de fatigue et agir avant qu’un accident ne survienne</a:t>
            </a:r>
          </a:p>
        </p:txBody>
      </p:sp>
      <p:sp>
        <p:nvSpPr>
          <p:cNvPr id="4" name="ZoneTexte 3">
            <a:extLst>
              <a:ext uri="{FF2B5EF4-FFF2-40B4-BE49-F238E27FC236}">
                <a16:creationId xmlns:a16="http://schemas.microsoft.com/office/drawing/2014/main" id="{45B68320-8740-44D5-A0AA-CD968468819A}"/>
              </a:ext>
            </a:extLst>
          </p:cNvPr>
          <p:cNvSpPr txBox="1"/>
          <p:nvPr/>
        </p:nvSpPr>
        <p:spPr>
          <a:xfrm>
            <a:off x="4487334" y="1133085"/>
            <a:ext cx="2120054" cy="2523768"/>
          </a:xfrm>
          <a:prstGeom prst="rect">
            <a:avLst/>
          </a:prstGeom>
          <a:noFill/>
        </p:spPr>
        <p:txBody>
          <a:bodyPr wrap="square" rtlCol="0">
            <a:spAutoFit/>
          </a:bodyPr>
          <a:lstStyle/>
          <a:p>
            <a:r>
              <a:rPr lang="fr-FR" sz="1800" b="1" dirty="0">
                <a:solidFill>
                  <a:schemeClr val="bg1"/>
                </a:solidFill>
              </a:rPr>
              <a:t>Moyens </a:t>
            </a:r>
          </a:p>
          <a:p>
            <a:endParaRPr lang="fr-FR" dirty="0">
              <a:solidFill>
                <a:schemeClr val="bg1"/>
              </a:solidFill>
            </a:endParaRPr>
          </a:p>
          <a:p>
            <a:r>
              <a:rPr lang="fr-FR" dirty="0">
                <a:solidFill>
                  <a:schemeClr val="bg1"/>
                </a:solidFill>
              </a:rPr>
              <a:t>Surveillance en temps réel des indicateurs physiologiques (clignements, Somnolence, bâillements, rythme cardiaque, la position des mains)</a:t>
            </a:r>
          </a:p>
          <a:p>
            <a:endParaRPr lang="fr-FR" dirty="0"/>
          </a:p>
        </p:txBody>
      </p:sp>
      <p:sp>
        <p:nvSpPr>
          <p:cNvPr id="5" name="ZoneTexte 4">
            <a:extLst>
              <a:ext uri="{FF2B5EF4-FFF2-40B4-BE49-F238E27FC236}">
                <a16:creationId xmlns:a16="http://schemas.microsoft.com/office/drawing/2014/main" id="{CF4D92E6-6B9E-42C3-99B9-BE91E3C2D331}"/>
              </a:ext>
            </a:extLst>
          </p:cNvPr>
          <p:cNvSpPr txBox="1"/>
          <p:nvPr/>
        </p:nvSpPr>
        <p:spPr>
          <a:xfrm>
            <a:off x="6813974" y="1133085"/>
            <a:ext cx="2421467" cy="2369880"/>
          </a:xfrm>
          <a:prstGeom prst="rect">
            <a:avLst/>
          </a:prstGeom>
          <a:noFill/>
        </p:spPr>
        <p:txBody>
          <a:bodyPr wrap="square" rtlCol="0">
            <a:spAutoFit/>
          </a:bodyPr>
          <a:lstStyle/>
          <a:p>
            <a:r>
              <a:rPr lang="fr-FR" sz="1800" b="1" dirty="0">
                <a:solidFill>
                  <a:schemeClr val="bg1"/>
                </a:solidFill>
              </a:rPr>
              <a:t>Avantages attendus</a:t>
            </a:r>
            <a:endParaRPr lang="fr-FR" sz="1800" dirty="0">
              <a:solidFill>
                <a:schemeClr val="bg1"/>
              </a:solidFill>
            </a:endParaRPr>
          </a:p>
          <a:p>
            <a:endParaRPr lang="fr-FR" sz="1800" dirty="0">
              <a:solidFill>
                <a:schemeClr val="bg1"/>
              </a:solidFill>
            </a:endParaRPr>
          </a:p>
          <a:p>
            <a:r>
              <a:rPr lang="fr-FR" dirty="0">
                <a:solidFill>
                  <a:schemeClr val="bg1"/>
                </a:solidFill>
              </a:rPr>
              <a:t>Intervention rapide</a:t>
            </a:r>
          </a:p>
          <a:p>
            <a:endParaRPr lang="fr-FR" dirty="0">
              <a:solidFill>
                <a:schemeClr val="bg1"/>
              </a:solidFill>
            </a:endParaRPr>
          </a:p>
          <a:p>
            <a:r>
              <a:rPr lang="fr-FR" dirty="0">
                <a:solidFill>
                  <a:schemeClr val="bg1"/>
                </a:solidFill>
              </a:rPr>
              <a:t>Système autonome et économique</a:t>
            </a:r>
          </a:p>
          <a:p>
            <a:endParaRPr lang="fr-FR" dirty="0">
              <a:solidFill>
                <a:schemeClr val="bg1"/>
              </a:solidFill>
            </a:endParaRPr>
          </a:p>
          <a:p>
            <a:r>
              <a:rPr lang="fr-FR" dirty="0">
                <a:solidFill>
                  <a:schemeClr val="bg1"/>
                </a:solidFill>
              </a:rPr>
              <a:t>Facilité d’intégration dans divers véhicules</a:t>
            </a:r>
          </a:p>
          <a:p>
            <a:endParaRPr lang="fr-FR" dirty="0"/>
          </a:p>
        </p:txBody>
      </p:sp>
      <p:grpSp>
        <p:nvGrpSpPr>
          <p:cNvPr id="21" name="Groupe 20">
            <a:extLst>
              <a:ext uri="{FF2B5EF4-FFF2-40B4-BE49-F238E27FC236}">
                <a16:creationId xmlns:a16="http://schemas.microsoft.com/office/drawing/2014/main" id="{585EC397-0F32-4DDC-90C5-CC8DB86E6F0A}"/>
              </a:ext>
            </a:extLst>
          </p:cNvPr>
          <p:cNvGrpSpPr/>
          <p:nvPr/>
        </p:nvGrpSpPr>
        <p:grpSpPr>
          <a:xfrm>
            <a:off x="186712" y="1696782"/>
            <a:ext cx="1444279" cy="1827261"/>
            <a:chOff x="0" y="1474612"/>
            <a:chExt cx="1805234" cy="2292934"/>
          </a:xfrm>
        </p:grpSpPr>
        <p:grpSp>
          <p:nvGrpSpPr>
            <p:cNvPr id="22" name="Group 6">
              <a:extLst>
                <a:ext uri="{FF2B5EF4-FFF2-40B4-BE49-F238E27FC236}">
                  <a16:creationId xmlns:a16="http://schemas.microsoft.com/office/drawing/2014/main" id="{5C88258A-24C6-4F15-B2DE-8211D589AB64}"/>
                </a:ext>
              </a:extLst>
            </p:cNvPr>
            <p:cNvGrpSpPr/>
            <p:nvPr/>
          </p:nvGrpSpPr>
          <p:grpSpPr>
            <a:xfrm>
              <a:off x="0" y="1474612"/>
              <a:ext cx="1805234" cy="1392885"/>
              <a:chOff x="1009650" y="2102584"/>
              <a:chExt cx="3678465" cy="2838234"/>
            </a:xfrm>
            <a:solidFill>
              <a:schemeClr val="accent1"/>
            </a:solidFill>
          </p:grpSpPr>
          <p:sp>
            <p:nvSpPr>
              <p:cNvPr id="25" name="Block Arc 3">
                <a:extLst>
                  <a:ext uri="{FF2B5EF4-FFF2-40B4-BE49-F238E27FC236}">
                    <a16:creationId xmlns:a16="http://schemas.microsoft.com/office/drawing/2014/main" id="{EE2BF220-CA62-41BD-9F09-DDE972EF8FA3}"/>
                  </a:ext>
                </a:extLst>
              </p:cNvPr>
              <p:cNvSpPr/>
              <p:nvPr/>
            </p:nvSpPr>
            <p:spPr>
              <a:xfrm>
                <a:off x="1009650" y="2102584"/>
                <a:ext cx="2838234" cy="2838234"/>
              </a:xfrm>
              <a:prstGeom prst="blockArc">
                <a:avLst>
                  <a:gd name="adj1" fmla="val 21570102"/>
                  <a:gd name="adj2" fmla="val 17581411"/>
                  <a:gd name="adj3" fmla="val 10584"/>
                </a:avLst>
              </a:prstGeom>
              <a:solidFill>
                <a:srgbClr val="571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6" name="Arrow: Right 5">
                <a:extLst>
                  <a:ext uri="{FF2B5EF4-FFF2-40B4-BE49-F238E27FC236}">
                    <a16:creationId xmlns:a16="http://schemas.microsoft.com/office/drawing/2014/main" id="{DE777F3D-4A75-4763-BBEF-9C801D128B94}"/>
                  </a:ext>
                </a:extLst>
              </p:cNvPr>
              <p:cNvSpPr/>
              <p:nvPr/>
            </p:nvSpPr>
            <p:spPr>
              <a:xfrm>
                <a:off x="3541485" y="3216902"/>
                <a:ext cx="1146630" cy="609600"/>
              </a:xfrm>
              <a:prstGeom prst="rightArrow">
                <a:avLst>
                  <a:gd name="adj1" fmla="val 50000"/>
                  <a:gd name="adj2" fmla="val 73810"/>
                </a:avLst>
              </a:prstGeom>
              <a:solidFill>
                <a:srgbClr val="571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23" name="TextBox 18">
              <a:extLst>
                <a:ext uri="{FF2B5EF4-FFF2-40B4-BE49-F238E27FC236}">
                  <a16:creationId xmlns:a16="http://schemas.microsoft.com/office/drawing/2014/main" id="{D7D7423F-1464-4125-B802-AA2791301E24}"/>
                </a:ext>
              </a:extLst>
            </p:cNvPr>
            <p:cNvSpPr txBox="1"/>
            <p:nvPr/>
          </p:nvSpPr>
          <p:spPr>
            <a:xfrm>
              <a:off x="0" y="1567533"/>
              <a:ext cx="1325966" cy="1274502"/>
            </a:xfrm>
            <a:prstGeom prst="rect">
              <a:avLst/>
            </a:prstGeom>
            <a:noFill/>
          </p:spPr>
          <p:txBody>
            <a:bodyPr wrap="square" rtlCol="0">
              <a:spAutoFit/>
            </a:bodyPr>
            <a:lstStyle/>
            <a:p>
              <a:pPr algn="ctr" defTabSz="685800">
                <a:buClrTx/>
                <a:defRPr/>
              </a:pPr>
              <a:r>
                <a:rPr lang="en-GB" sz="6000" b="1" kern="1200" dirty="0">
                  <a:solidFill>
                    <a:srgbClr val="571022"/>
                  </a:solidFill>
                  <a:latin typeface="Open Sans" panose="020B0606030504020204" pitchFamily="34" charset="0"/>
                  <a:ea typeface="Noto Sans" panose="020B0502040504020204" pitchFamily="34"/>
                  <a:cs typeface="Noto Sans" panose="020B0502040504020204" pitchFamily="34"/>
                </a:rPr>
                <a:t>2</a:t>
              </a:r>
              <a:endParaRPr lang="en-GB" sz="6000" b="1" kern="1200" dirty="0">
                <a:solidFill>
                  <a:srgbClr val="571022"/>
                </a:solidFill>
                <a:latin typeface="Noto Sans" panose="020B0502040504020204" pitchFamily="34"/>
                <a:ea typeface="Noto Sans" panose="020B0502040504020204" pitchFamily="34"/>
                <a:cs typeface="Noto Sans" panose="020B0502040504020204" pitchFamily="34"/>
              </a:endParaRPr>
            </a:p>
          </p:txBody>
        </p:sp>
        <p:sp>
          <p:nvSpPr>
            <p:cNvPr id="24" name="TextBox 28" descr="Introduction&#10;">
              <a:extLst>
                <a:ext uri="{FF2B5EF4-FFF2-40B4-BE49-F238E27FC236}">
                  <a16:creationId xmlns:a16="http://schemas.microsoft.com/office/drawing/2014/main" id="{1405D065-9F5D-4896-A269-0A3AA35A8C5A}"/>
                </a:ext>
                <a:ext uri="{C183D7F6-B498-43B3-948B-1728B52AA6E4}">
                  <adec:decorative xmlns:adec="http://schemas.microsoft.com/office/drawing/2017/decorative" val="0"/>
                </a:ext>
              </a:extLst>
            </p:cNvPr>
            <p:cNvSpPr txBox="1"/>
            <p:nvPr/>
          </p:nvSpPr>
          <p:spPr>
            <a:xfrm>
              <a:off x="129768" y="3033742"/>
              <a:ext cx="1639193"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Objectifs</a:t>
              </a:r>
              <a:r>
                <a:rPr lang="en-GB" sz="1600" b="1" kern="1200" dirty="0">
                  <a:latin typeface="Noto Sans" panose="020B0502040504020204" pitchFamily="34"/>
                  <a:ea typeface="Noto Sans" panose="020B0502040504020204" pitchFamily="34"/>
                  <a:cs typeface="Noto Sans" panose="020B0502040504020204" pitchFamily="34"/>
                </a:rPr>
                <a:t> du </a:t>
              </a:r>
              <a:r>
                <a:rPr lang="en-GB" sz="1600" b="1" kern="1200" dirty="0" err="1">
                  <a:latin typeface="Noto Sans" panose="020B0502040504020204" pitchFamily="34"/>
                  <a:ea typeface="Noto Sans" panose="020B0502040504020204" pitchFamily="34"/>
                  <a:cs typeface="Noto Sans" panose="020B0502040504020204" pitchFamily="34"/>
                </a:rPr>
                <a:t>Projet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grpSp>
        <p:nvGrpSpPr>
          <p:cNvPr id="15" name="Google Shape;4772;p61">
            <a:extLst>
              <a:ext uri="{FF2B5EF4-FFF2-40B4-BE49-F238E27FC236}">
                <a16:creationId xmlns:a16="http://schemas.microsoft.com/office/drawing/2014/main" id="{BA2E8386-6123-4911-9BC7-7D0C96897C6F}"/>
              </a:ext>
            </a:extLst>
          </p:cNvPr>
          <p:cNvGrpSpPr/>
          <p:nvPr/>
        </p:nvGrpSpPr>
        <p:grpSpPr>
          <a:xfrm>
            <a:off x="1894188" y="477908"/>
            <a:ext cx="377898" cy="346957"/>
            <a:chOff x="5049725" y="1435050"/>
            <a:chExt cx="486550" cy="481850"/>
          </a:xfrm>
          <a:solidFill>
            <a:srgbClr val="571022"/>
          </a:solidFill>
        </p:grpSpPr>
        <p:sp>
          <p:nvSpPr>
            <p:cNvPr id="16" name="Google Shape;4773;p61">
              <a:extLst>
                <a:ext uri="{FF2B5EF4-FFF2-40B4-BE49-F238E27FC236}">
                  <a16:creationId xmlns:a16="http://schemas.microsoft.com/office/drawing/2014/main" id="{ABF23851-4101-46E3-95BA-4316BD971631}"/>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grpFill/>
            <a:ln>
              <a:solidFill>
                <a:srgbClr val="57102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 name="Google Shape;4774;p61">
              <a:extLst>
                <a:ext uri="{FF2B5EF4-FFF2-40B4-BE49-F238E27FC236}">
                  <a16:creationId xmlns:a16="http://schemas.microsoft.com/office/drawing/2014/main" id="{E436DA39-0C30-4EBE-96C4-FF1BC8B91210}"/>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grpFill/>
            <a:ln>
              <a:solidFill>
                <a:srgbClr val="57102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4775;p61">
              <a:extLst>
                <a:ext uri="{FF2B5EF4-FFF2-40B4-BE49-F238E27FC236}">
                  <a16:creationId xmlns:a16="http://schemas.microsoft.com/office/drawing/2014/main" id="{E3C4949D-D5C5-468F-BBA4-6E3E7CF89DBE}"/>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grpFill/>
            <a:ln>
              <a:solidFill>
                <a:srgbClr val="57102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19" name="Google Shape;4776;p61">
              <a:extLst>
                <a:ext uri="{FF2B5EF4-FFF2-40B4-BE49-F238E27FC236}">
                  <a16:creationId xmlns:a16="http://schemas.microsoft.com/office/drawing/2014/main" id="{8CCA440D-8BE0-44BC-B38A-36CDACF7380D}"/>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grpFill/>
            <a:ln>
              <a:solidFill>
                <a:srgbClr val="57102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7" name="Groupe 26">
            <a:extLst>
              <a:ext uri="{FF2B5EF4-FFF2-40B4-BE49-F238E27FC236}">
                <a16:creationId xmlns:a16="http://schemas.microsoft.com/office/drawing/2014/main" id="{31AC3D7A-BF21-43F4-8FBC-EDB055E435EE}"/>
              </a:ext>
            </a:extLst>
          </p:cNvPr>
          <p:cNvGrpSpPr/>
          <p:nvPr/>
        </p:nvGrpSpPr>
        <p:grpSpPr>
          <a:xfrm>
            <a:off x="-1" y="0"/>
            <a:ext cx="598171" cy="601980"/>
            <a:chOff x="-1" y="0"/>
            <a:chExt cx="598171" cy="601980"/>
          </a:xfrm>
          <a:solidFill>
            <a:srgbClr val="571022"/>
          </a:solidFill>
        </p:grpSpPr>
        <p:sp>
          <p:nvSpPr>
            <p:cNvPr id="30" name="Forme en L 29">
              <a:extLst>
                <a:ext uri="{FF2B5EF4-FFF2-40B4-BE49-F238E27FC236}">
                  <a16:creationId xmlns:a16="http://schemas.microsoft.com/office/drawing/2014/main" id="{70E692DE-6328-41A6-BD79-A1D5B27F486D}"/>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1A35CF25-BF54-4E4A-B0ED-716B079EE1D5}"/>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2" name="Rectangle 31">
            <a:extLst>
              <a:ext uri="{FF2B5EF4-FFF2-40B4-BE49-F238E27FC236}">
                <a16:creationId xmlns:a16="http://schemas.microsoft.com/office/drawing/2014/main" id="{D9165A24-6DE8-4A15-BD2D-5DC1ABD5C680}"/>
              </a:ext>
            </a:extLst>
          </p:cNvPr>
          <p:cNvSpPr/>
          <p:nvPr/>
        </p:nvSpPr>
        <p:spPr>
          <a:xfrm>
            <a:off x="8768715" y="339090"/>
            <a:ext cx="201930" cy="207645"/>
          </a:xfrm>
          <a:prstGeom prst="rect">
            <a:avLst/>
          </a:prstGeom>
          <a:solidFill>
            <a:srgbClr val="571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147798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66667E-6 -4.32099E-6 L 0.26476 0.00247 " pathEditMode="relative" rAng="0" ptsTypes="AA">
                                      <p:cBhvr>
                                        <p:cTn id="6" dur="2000" fill="hold"/>
                                        <p:tgtEl>
                                          <p:spTgt spid="20"/>
                                        </p:tgtEl>
                                        <p:attrNameLst>
                                          <p:attrName>ppt_x</p:attrName>
                                          <p:attrName>ppt_y</p:attrName>
                                        </p:attrNameLst>
                                      </p:cBhvr>
                                      <p:rCtr x="13229" y="123"/>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1.66667E-6 3.45679E-6 L 0.52812 -0.00031 " pathEditMode="relative" rAng="0" ptsTypes="AA">
                                      <p:cBhvr>
                                        <p:cTn id="10" dur="2000" fill="hold"/>
                                        <p:tgtEl>
                                          <p:spTgt spid="28"/>
                                        </p:tgtEl>
                                        <p:attrNameLst>
                                          <p:attrName>ppt_x</p:attrName>
                                          <p:attrName>ppt_y</p:attrName>
                                        </p:attrNameLst>
                                      </p:cBhvr>
                                      <p:rCtr x="26406"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5" name="Image 4">
            <a:extLst>
              <a:ext uri="{FF2B5EF4-FFF2-40B4-BE49-F238E27FC236}">
                <a16:creationId xmlns:a16="http://schemas.microsoft.com/office/drawing/2014/main" id="{625DD66B-D540-4278-9191-D55D60847E07}"/>
              </a:ext>
            </a:extLst>
          </p:cNvPr>
          <p:cNvPicPr>
            <a:picLocks noChangeAspect="1"/>
          </p:cNvPicPr>
          <p:nvPr/>
        </p:nvPicPr>
        <p:blipFill>
          <a:blip r:embed="rId3"/>
          <a:stretch>
            <a:fillRect/>
          </a:stretch>
        </p:blipFill>
        <p:spPr>
          <a:xfrm>
            <a:off x="5218466" y="1113726"/>
            <a:ext cx="3276313" cy="3276313"/>
          </a:xfrm>
          <a:prstGeom prst="rect">
            <a:avLst/>
          </a:prstGeom>
        </p:spPr>
      </p:pic>
      <p:sp>
        <p:nvSpPr>
          <p:cNvPr id="23" name="ZoneTexte 22">
            <a:extLst>
              <a:ext uri="{FF2B5EF4-FFF2-40B4-BE49-F238E27FC236}">
                <a16:creationId xmlns:a16="http://schemas.microsoft.com/office/drawing/2014/main" id="{9821930F-7910-4528-B71E-EB3E35973F9C}"/>
              </a:ext>
            </a:extLst>
          </p:cNvPr>
          <p:cNvSpPr txBox="1"/>
          <p:nvPr/>
        </p:nvSpPr>
        <p:spPr>
          <a:xfrm>
            <a:off x="2203061" y="261397"/>
            <a:ext cx="6302986" cy="800219"/>
          </a:xfrm>
          <a:prstGeom prst="rect">
            <a:avLst/>
          </a:prstGeom>
          <a:noFill/>
        </p:spPr>
        <p:txBody>
          <a:bodyPr wrap="square" rtlCol="0">
            <a:spAutoFit/>
          </a:bodyPr>
          <a:lstStyle/>
          <a:p>
            <a:r>
              <a:rPr lang="fr-FR" sz="1800" b="1" dirty="0">
                <a:solidFill>
                  <a:srgbClr val="A00627"/>
                </a:solidFill>
              </a:rPr>
              <a:t>Détection en temps réel </a:t>
            </a:r>
            <a:endParaRPr lang="fr-FR" dirty="0">
              <a:solidFill>
                <a:srgbClr val="A00627"/>
              </a:solidFill>
            </a:endParaRPr>
          </a:p>
          <a:p>
            <a:r>
              <a:rPr lang="fr-FR" dirty="0"/>
              <a:t>Identifier les premiers signaux de fatigue avant que la situation ne devienne critique</a:t>
            </a:r>
          </a:p>
        </p:txBody>
      </p:sp>
      <p:grpSp>
        <p:nvGrpSpPr>
          <p:cNvPr id="35" name="Groupe 34">
            <a:extLst>
              <a:ext uri="{FF2B5EF4-FFF2-40B4-BE49-F238E27FC236}">
                <a16:creationId xmlns:a16="http://schemas.microsoft.com/office/drawing/2014/main" id="{C3204A31-E83B-4BE6-8735-EFC133E59A28}"/>
              </a:ext>
            </a:extLst>
          </p:cNvPr>
          <p:cNvGrpSpPr/>
          <p:nvPr/>
        </p:nvGrpSpPr>
        <p:grpSpPr>
          <a:xfrm>
            <a:off x="176039" y="1753843"/>
            <a:ext cx="1444279" cy="1635813"/>
            <a:chOff x="0" y="1474612"/>
            <a:chExt cx="1805234" cy="2052696"/>
          </a:xfrm>
        </p:grpSpPr>
        <p:grpSp>
          <p:nvGrpSpPr>
            <p:cNvPr id="36" name="Group 6">
              <a:extLst>
                <a:ext uri="{FF2B5EF4-FFF2-40B4-BE49-F238E27FC236}">
                  <a16:creationId xmlns:a16="http://schemas.microsoft.com/office/drawing/2014/main" id="{5CFBA8A6-3378-4A0C-8806-8849D0FFF58C}"/>
                </a:ext>
              </a:extLst>
            </p:cNvPr>
            <p:cNvGrpSpPr/>
            <p:nvPr/>
          </p:nvGrpSpPr>
          <p:grpSpPr>
            <a:xfrm>
              <a:off x="0" y="1474612"/>
              <a:ext cx="1805234" cy="1392885"/>
              <a:chOff x="1009650" y="2102584"/>
              <a:chExt cx="3678465" cy="2838234"/>
            </a:xfrm>
            <a:solidFill>
              <a:schemeClr val="accent1"/>
            </a:solidFill>
          </p:grpSpPr>
          <p:sp>
            <p:nvSpPr>
              <p:cNvPr id="39" name="Block Arc 3">
                <a:extLst>
                  <a:ext uri="{FF2B5EF4-FFF2-40B4-BE49-F238E27FC236}">
                    <a16:creationId xmlns:a16="http://schemas.microsoft.com/office/drawing/2014/main" id="{9CE26B3F-48A3-41B2-9C41-AAA7DB354294}"/>
                  </a:ext>
                </a:extLst>
              </p:cNvPr>
              <p:cNvSpPr/>
              <p:nvPr/>
            </p:nvSpPr>
            <p:spPr>
              <a:xfrm>
                <a:off x="1009650" y="2102584"/>
                <a:ext cx="2838234" cy="2838234"/>
              </a:xfrm>
              <a:prstGeom prst="blockArc">
                <a:avLst>
                  <a:gd name="adj1" fmla="val 21570102"/>
                  <a:gd name="adj2" fmla="val 17581411"/>
                  <a:gd name="adj3" fmla="val 10584"/>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40" name="Arrow: Right 5">
                <a:extLst>
                  <a:ext uri="{FF2B5EF4-FFF2-40B4-BE49-F238E27FC236}">
                    <a16:creationId xmlns:a16="http://schemas.microsoft.com/office/drawing/2014/main" id="{F2C2B67E-39FF-47A7-B67D-7759D2C8BDD0}"/>
                  </a:ext>
                </a:extLst>
              </p:cNvPr>
              <p:cNvSpPr/>
              <p:nvPr/>
            </p:nvSpPr>
            <p:spPr>
              <a:xfrm>
                <a:off x="3541485" y="3216902"/>
                <a:ext cx="1146630" cy="609600"/>
              </a:xfrm>
              <a:prstGeom prst="rightArrow">
                <a:avLst>
                  <a:gd name="adj1" fmla="val 50000"/>
                  <a:gd name="adj2" fmla="val 73810"/>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37" name="TextBox 18">
              <a:extLst>
                <a:ext uri="{FF2B5EF4-FFF2-40B4-BE49-F238E27FC236}">
                  <a16:creationId xmlns:a16="http://schemas.microsoft.com/office/drawing/2014/main" id="{93100744-607C-4238-9C55-1631F05CED7B}"/>
                </a:ext>
              </a:extLst>
            </p:cNvPr>
            <p:cNvSpPr txBox="1"/>
            <p:nvPr/>
          </p:nvSpPr>
          <p:spPr>
            <a:xfrm>
              <a:off x="12884" y="1540788"/>
              <a:ext cx="1325966" cy="1274502"/>
            </a:xfrm>
            <a:prstGeom prst="rect">
              <a:avLst/>
            </a:prstGeom>
            <a:noFill/>
          </p:spPr>
          <p:txBody>
            <a:bodyPr wrap="square" rtlCol="0">
              <a:spAutoFit/>
            </a:bodyPr>
            <a:lstStyle/>
            <a:p>
              <a:pPr algn="ctr" defTabSz="685800">
                <a:buClrTx/>
                <a:defRPr/>
              </a:pPr>
              <a:r>
                <a:rPr lang="en-GB" sz="6000" b="1" kern="1200" dirty="0">
                  <a:solidFill>
                    <a:srgbClr val="A00627"/>
                  </a:solidFill>
                  <a:latin typeface="Open Sans" panose="020B0606030504020204" pitchFamily="34" charset="0"/>
                  <a:ea typeface="Noto Sans" panose="020B0502040504020204" pitchFamily="34"/>
                  <a:cs typeface="Noto Sans" panose="020B0502040504020204" pitchFamily="34"/>
                </a:rPr>
                <a:t>3</a:t>
              </a:r>
              <a:endParaRPr lang="en-GB" sz="6000" b="1" kern="1200" dirty="0">
                <a:solidFill>
                  <a:srgbClr val="A00627"/>
                </a:solidFill>
                <a:latin typeface="Noto Sans" panose="020B0502040504020204" pitchFamily="34"/>
                <a:ea typeface="Noto Sans" panose="020B0502040504020204" pitchFamily="34"/>
                <a:cs typeface="Noto Sans" panose="020B0502040504020204" pitchFamily="34"/>
              </a:endParaRPr>
            </a:p>
          </p:txBody>
        </p:sp>
        <p:sp>
          <p:nvSpPr>
            <p:cNvPr id="38" name="TextBox 28" descr="Introduction&#10;">
              <a:extLst>
                <a:ext uri="{FF2B5EF4-FFF2-40B4-BE49-F238E27FC236}">
                  <a16:creationId xmlns:a16="http://schemas.microsoft.com/office/drawing/2014/main" id="{187E3668-7316-49CC-BD87-5FBA01D34D10}"/>
                </a:ext>
                <a:ext uri="{C183D7F6-B498-43B3-948B-1728B52AA6E4}">
                  <adec:decorative xmlns:adec="http://schemas.microsoft.com/office/drawing/2017/decorative" val="0"/>
                </a:ext>
              </a:extLst>
            </p:cNvPr>
            <p:cNvSpPr txBox="1"/>
            <p:nvPr/>
          </p:nvSpPr>
          <p:spPr>
            <a:xfrm>
              <a:off x="28728" y="3102474"/>
              <a:ext cx="1776506"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État de </a:t>
              </a:r>
              <a:r>
                <a:rPr lang="en-GB" sz="1600" b="1" kern="1200" dirty="0" err="1">
                  <a:latin typeface="Noto Sans" panose="020B0502040504020204" pitchFamily="34"/>
                  <a:ea typeface="Noto Sans" panose="020B0502040504020204" pitchFamily="34"/>
                  <a:cs typeface="Noto Sans" panose="020B0502040504020204" pitchFamily="34"/>
                </a:rPr>
                <a:t>l’Art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41" name="Shape 3">
            <a:extLst>
              <a:ext uri="{FF2B5EF4-FFF2-40B4-BE49-F238E27FC236}">
                <a16:creationId xmlns:a16="http://schemas.microsoft.com/office/drawing/2014/main" id="{F6B98F88-058E-4C8E-BE56-68A465587896}"/>
              </a:ext>
            </a:extLst>
          </p:cNvPr>
          <p:cNvSpPr/>
          <p:nvPr/>
        </p:nvSpPr>
        <p:spPr>
          <a:xfrm>
            <a:off x="1861042" y="32740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2" name="Shape 3">
            <a:extLst>
              <a:ext uri="{FF2B5EF4-FFF2-40B4-BE49-F238E27FC236}">
                <a16:creationId xmlns:a16="http://schemas.microsoft.com/office/drawing/2014/main" id="{145B7E20-18B8-4FDA-874E-F119AF2576FF}"/>
              </a:ext>
            </a:extLst>
          </p:cNvPr>
          <p:cNvSpPr/>
          <p:nvPr/>
        </p:nvSpPr>
        <p:spPr>
          <a:xfrm>
            <a:off x="1842418" y="402348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3" name="Shape 3">
            <a:extLst>
              <a:ext uri="{FF2B5EF4-FFF2-40B4-BE49-F238E27FC236}">
                <a16:creationId xmlns:a16="http://schemas.microsoft.com/office/drawing/2014/main" id="{F8E15BC0-E1DD-4086-A01B-CB1183CB6037}"/>
              </a:ext>
            </a:extLst>
          </p:cNvPr>
          <p:cNvSpPr/>
          <p:nvPr/>
        </p:nvSpPr>
        <p:spPr>
          <a:xfrm>
            <a:off x="1861042" y="1140879"/>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3" name="ZoneTexte 2">
            <a:extLst>
              <a:ext uri="{FF2B5EF4-FFF2-40B4-BE49-F238E27FC236}">
                <a16:creationId xmlns:a16="http://schemas.microsoft.com/office/drawing/2014/main" id="{7461E29A-96F1-49BE-A8D0-A38C3A9D9830}"/>
              </a:ext>
            </a:extLst>
          </p:cNvPr>
          <p:cNvSpPr txBox="1"/>
          <p:nvPr/>
        </p:nvSpPr>
        <p:spPr>
          <a:xfrm>
            <a:off x="2203061" y="3989930"/>
            <a:ext cx="2977025" cy="800219"/>
          </a:xfrm>
          <a:prstGeom prst="rect">
            <a:avLst/>
          </a:prstGeom>
          <a:noFill/>
        </p:spPr>
        <p:txBody>
          <a:bodyPr wrap="square" rtlCol="0">
            <a:spAutoFit/>
          </a:bodyPr>
          <a:lstStyle/>
          <a:p>
            <a:r>
              <a:rPr lang="fr-FR" sz="1800" b="1" dirty="0">
                <a:solidFill>
                  <a:srgbClr val="A00627"/>
                </a:solidFill>
              </a:rPr>
              <a:t>Alertes automatiques </a:t>
            </a:r>
            <a:endParaRPr lang="fr-FR" dirty="0">
              <a:solidFill>
                <a:srgbClr val="A00627"/>
              </a:solidFill>
            </a:endParaRPr>
          </a:p>
          <a:p>
            <a:r>
              <a:rPr lang="fr-FR" dirty="0"/>
              <a:t>Envoi immédiat d’alertes visuelles, sonores et vocales</a:t>
            </a:r>
          </a:p>
        </p:txBody>
      </p:sp>
      <p:sp>
        <p:nvSpPr>
          <p:cNvPr id="19" name="ZoneTexte 18">
            <a:extLst>
              <a:ext uri="{FF2B5EF4-FFF2-40B4-BE49-F238E27FC236}">
                <a16:creationId xmlns:a16="http://schemas.microsoft.com/office/drawing/2014/main" id="{01ED0FEE-4750-4524-985F-8952F2D92D08}"/>
              </a:ext>
            </a:extLst>
          </p:cNvPr>
          <p:cNvSpPr txBox="1"/>
          <p:nvPr/>
        </p:nvSpPr>
        <p:spPr>
          <a:xfrm>
            <a:off x="2182387" y="1053151"/>
            <a:ext cx="2714734" cy="2954655"/>
          </a:xfrm>
          <a:prstGeom prst="rect">
            <a:avLst/>
          </a:prstGeom>
          <a:noFill/>
        </p:spPr>
        <p:txBody>
          <a:bodyPr wrap="square" rtlCol="0">
            <a:spAutoFit/>
          </a:bodyPr>
          <a:lstStyle/>
          <a:p>
            <a:r>
              <a:rPr lang="fr-FR" sz="1800" b="1" dirty="0">
                <a:solidFill>
                  <a:srgbClr val="A00627"/>
                </a:solidFill>
              </a:rPr>
              <a:t>Indicateurs surveillés </a:t>
            </a:r>
          </a:p>
          <a:p>
            <a:pPr marL="285750" indent="-285750">
              <a:buFont typeface="Arial" panose="020B0604020202020204" pitchFamily="34" charset="0"/>
              <a:buChar char="•"/>
            </a:pPr>
            <a:r>
              <a:rPr lang="fr-FR" dirty="0"/>
              <a:t>EAR (Eye Aspect Ratio) pour les clignements et somnolence</a:t>
            </a:r>
          </a:p>
          <a:p>
            <a:endParaRPr lang="fr-FR" dirty="0"/>
          </a:p>
          <a:p>
            <a:pPr marL="285750" indent="-285750">
              <a:buFont typeface="Arial" panose="020B0604020202020204" pitchFamily="34" charset="0"/>
              <a:buChar char="•"/>
            </a:pPr>
            <a:r>
              <a:rPr lang="fr-FR" dirty="0"/>
              <a:t>MAR (</a:t>
            </a:r>
            <a:r>
              <a:rPr lang="fr-FR" dirty="0" err="1"/>
              <a:t>Mouth</a:t>
            </a:r>
            <a:r>
              <a:rPr lang="fr-FR" dirty="0"/>
              <a:t> Aspect Ratio) pour les bâillements Signal</a:t>
            </a:r>
          </a:p>
          <a:p>
            <a:endParaRPr lang="fr-FR" dirty="0"/>
          </a:p>
          <a:p>
            <a:pPr marL="285750" indent="-285750">
              <a:buFont typeface="Arial" panose="020B0604020202020204" pitchFamily="34" charset="0"/>
              <a:buChar char="•"/>
            </a:pPr>
            <a:r>
              <a:rPr lang="fr-FR" dirty="0"/>
              <a:t>Position des mains par rapport au visage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BPM pour le rythme cardiaque</a:t>
            </a:r>
          </a:p>
        </p:txBody>
      </p:sp>
      <p:grpSp>
        <p:nvGrpSpPr>
          <p:cNvPr id="20" name="Groupe 19">
            <a:extLst>
              <a:ext uri="{FF2B5EF4-FFF2-40B4-BE49-F238E27FC236}">
                <a16:creationId xmlns:a16="http://schemas.microsoft.com/office/drawing/2014/main" id="{C028E903-C1F0-4280-B0CE-C20C0356B19E}"/>
              </a:ext>
            </a:extLst>
          </p:cNvPr>
          <p:cNvGrpSpPr/>
          <p:nvPr/>
        </p:nvGrpSpPr>
        <p:grpSpPr>
          <a:xfrm>
            <a:off x="-1" y="0"/>
            <a:ext cx="598171" cy="601980"/>
            <a:chOff x="-1" y="0"/>
            <a:chExt cx="598171" cy="601980"/>
          </a:xfrm>
          <a:solidFill>
            <a:srgbClr val="A00627"/>
          </a:solidFill>
        </p:grpSpPr>
        <p:sp>
          <p:nvSpPr>
            <p:cNvPr id="21" name="Forme en L 20">
              <a:extLst>
                <a:ext uri="{FF2B5EF4-FFF2-40B4-BE49-F238E27FC236}">
                  <a16:creationId xmlns:a16="http://schemas.microsoft.com/office/drawing/2014/main" id="{1F3CB7A4-3F64-44A4-A64E-F2308F0F32F9}"/>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F2B39481-AADC-4CAB-9036-5BD351CD0C47}"/>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4" name="Rectangle 23">
            <a:extLst>
              <a:ext uri="{FF2B5EF4-FFF2-40B4-BE49-F238E27FC236}">
                <a16:creationId xmlns:a16="http://schemas.microsoft.com/office/drawing/2014/main" id="{B4DF15EC-2757-4497-A32B-641C470C7E62}"/>
              </a:ext>
            </a:extLst>
          </p:cNvPr>
          <p:cNvSpPr/>
          <p:nvPr/>
        </p:nvSpPr>
        <p:spPr>
          <a:xfrm>
            <a:off x="8768715" y="339090"/>
            <a:ext cx="201930" cy="207645"/>
          </a:xfrm>
          <a:prstGeom prst="rect">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739254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3" name="ZoneTexte 22">
            <a:extLst>
              <a:ext uri="{FF2B5EF4-FFF2-40B4-BE49-F238E27FC236}">
                <a16:creationId xmlns:a16="http://schemas.microsoft.com/office/drawing/2014/main" id="{9821930F-7910-4528-B71E-EB3E35973F9C}"/>
              </a:ext>
            </a:extLst>
          </p:cNvPr>
          <p:cNvSpPr txBox="1"/>
          <p:nvPr/>
        </p:nvSpPr>
        <p:spPr>
          <a:xfrm>
            <a:off x="2203061" y="261397"/>
            <a:ext cx="6302986" cy="800219"/>
          </a:xfrm>
          <a:prstGeom prst="rect">
            <a:avLst/>
          </a:prstGeom>
          <a:noFill/>
        </p:spPr>
        <p:txBody>
          <a:bodyPr wrap="square" rtlCol="0">
            <a:spAutoFit/>
          </a:bodyPr>
          <a:lstStyle/>
          <a:p>
            <a:r>
              <a:rPr lang="fr-FR" sz="1800" b="1" dirty="0">
                <a:solidFill>
                  <a:srgbClr val="A00627"/>
                </a:solidFill>
              </a:rPr>
              <a:t>Détection en temps réel </a:t>
            </a:r>
            <a:endParaRPr lang="fr-FR" dirty="0">
              <a:solidFill>
                <a:srgbClr val="A00627"/>
              </a:solidFill>
            </a:endParaRPr>
          </a:p>
          <a:p>
            <a:r>
              <a:rPr lang="fr-FR" dirty="0"/>
              <a:t>Identifier les premiers signaux de fatigue avant que la situation ne devienne critique</a:t>
            </a:r>
          </a:p>
        </p:txBody>
      </p:sp>
      <p:grpSp>
        <p:nvGrpSpPr>
          <p:cNvPr id="35" name="Groupe 34">
            <a:extLst>
              <a:ext uri="{FF2B5EF4-FFF2-40B4-BE49-F238E27FC236}">
                <a16:creationId xmlns:a16="http://schemas.microsoft.com/office/drawing/2014/main" id="{C3204A31-E83B-4BE6-8735-EFC133E59A28}"/>
              </a:ext>
            </a:extLst>
          </p:cNvPr>
          <p:cNvGrpSpPr/>
          <p:nvPr/>
        </p:nvGrpSpPr>
        <p:grpSpPr>
          <a:xfrm>
            <a:off x="176039" y="1753843"/>
            <a:ext cx="1444279" cy="1635813"/>
            <a:chOff x="0" y="1474612"/>
            <a:chExt cx="1805234" cy="2052696"/>
          </a:xfrm>
        </p:grpSpPr>
        <p:grpSp>
          <p:nvGrpSpPr>
            <p:cNvPr id="36" name="Group 6">
              <a:extLst>
                <a:ext uri="{FF2B5EF4-FFF2-40B4-BE49-F238E27FC236}">
                  <a16:creationId xmlns:a16="http://schemas.microsoft.com/office/drawing/2014/main" id="{5CFBA8A6-3378-4A0C-8806-8849D0FFF58C}"/>
                </a:ext>
              </a:extLst>
            </p:cNvPr>
            <p:cNvGrpSpPr/>
            <p:nvPr/>
          </p:nvGrpSpPr>
          <p:grpSpPr>
            <a:xfrm>
              <a:off x="0" y="1474612"/>
              <a:ext cx="1805234" cy="1392885"/>
              <a:chOff x="1009650" y="2102584"/>
              <a:chExt cx="3678465" cy="2838234"/>
            </a:xfrm>
            <a:solidFill>
              <a:schemeClr val="accent1"/>
            </a:solidFill>
          </p:grpSpPr>
          <p:sp>
            <p:nvSpPr>
              <p:cNvPr id="39" name="Block Arc 3">
                <a:extLst>
                  <a:ext uri="{FF2B5EF4-FFF2-40B4-BE49-F238E27FC236}">
                    <a16:creationId xmlns:a16="http://schemas.microsoft.com/office/drawing/2014/main" id="{9CE26B3F-48A3-41B2-9C41-AAA7DB354294}"/>
                  </a:ext>
                </a:extLst>
              </p:cNvPr>
              <p:cNvSpPr/>
              <p:nvPr/>
            </p:nvSpPr>
            <p:spPr>
              <a:xfrm>
                <a:off x="1009650" y="2102584"/>
                <a:ext cx="2838234" cy="2838234"/>
              </a:xfrm>
              <a:prstGeom prst="blockArc">
                <a:avLst>
                  <a:gd name="adj1" fmla="val 21570102"/>
                  <a:gd name="adj2" fmla="val 17581411"/>
                  <a:gd name="adj3" fmla="val 10584"/>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40" name="Arrow: Right 5">
                <a:extLst>
                  <a:ext uri="{FF2B5EF4-FFF2-40B4-BE49-F238E27FC236}">
                    <a16:creationId xmlns:a16="http://schemas.microsoft.com/office/drawing/2014/main" id="{F2C2B67E-39FF-47A7-B67D-7759D2C8BDD0}"/>
                  </a:ext>
                </a:extLst>
              </p:cNvPr>
              <p:cNvSpPr/>
              <p:nvPr/>
            </p:nvSpPr>
            <p:spPr>
              <a:xfrm>
                <a:off x="3541485" y="3216902"/>
                <a:ext cx="1146630" cy="609600"/>
              </a:xfrm>
              <a:prstGeom prst="rightArrow">
                <a:avLst>
                  <a:gd name="adj1" fmla="val 50000"/>
                  <a:gd name="adj2" fmla="val 73810"/>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37" name="TextBox 18">
              <a:extLst>
                <a:ext uri="{FF2B5EF4-FFF2-40B4-BE49-F238E27FC236}">
                  <a16:creationId xmlns:a16="http://schemas.microsoft.com/office/drawing/2014/main" id="{93100744-607C-4238-9C55-1631F05CED7B}"/>
                </a:ext>
              </a:extLst>
            </p:cNvPr>
            <p:cNvSpPr txBox="1"/>
            <p:nvPr/>
          </p:nvSpPr>
          <p:spPr>
            <a:xfrm>
              <a:off x="12884" y="1540788"/>
              <a:ext cx="1325966" cy="1274502"/>
            </a:xfrm>
            <a:prstGeom prst="rect">
              <a:avLst/>
            </a:prstGeom>
            <a:noFill/>
          </p:spPr>
          <p:txBody>
            <a:bodyPr wrap="square" rtlCol="0">
              <a:spAutoFit/>
            </a:bodyPr>
            <a:lstStyle/>
            <a:p>
              <a:pPr algn="ctr" defTabSz="685800">
                <a:buClrTx/>
                <a:defRPr/>
              </a:pPr>
              <a:r>
                <a:rPr lang="en-GB" sz="6000" b="1" kern="1200" dirty="0">
                  <a:solidFill>
                    <a:srgbClr val="A00627"/>
                  </a:solidFill>
                  <a:latin typeface="Open Sans" panose="020B0606030504020204" pitchFamily="34" charset="0"/>
                  <a:ea typeface="Noto Sans" panose="020B0502040504020204" pitchFamily="34"/>
                  <a:cs typeface="Noto Sans" panose="020B0502040504020204" pitchFamily="34"/>
                </a:rPr>
                <a:t>3</a:t>
              </a:r>
              <a:endParaRPr lang="en-GB" sz="6000" b="1" kern="1200" dirty="0">
                <a:solidFill>
                  <a:srgbClr val="A00627"/>
                </a:solidFill>
                <a:latin typeface="Noto Sans" panose="020B0502040504020204" pitchFamily="34"/>
                <a:ea typeface="Noto Sans" panose="020B0502040504020204" pitchFamily="34"/>
                <a:cs typeface="Noto Sans" panose="020B0502040504020204" pitchFamily="34"/>
              </a:endParaRPr>
            </a:p>
          </p:txBody>
        </p:sp>
        <p:sp>
          <p:nvSpPr>
            <p:cNvPr id="38" name="TextBox 28" descr="Introduction&#10;">
              <a:extLst>
                <a:ext uri="{FF2B5EF4-FFF2-40B4-BE49-F238E27FC236}">
                  <a16:creationId xmlns:a16="http://schemas.microsoft.com/office/drawing/2014/main" id="{187E3668-7316-49CC-BD87-5FBA01D34D10}"/>
                </a:ext>
                <a:ext uri="{C183D7F6-B498-43B3-948B-1728B52AA6E4}">
                  <adec:decorative xmlns:adec="http://schemas.microsoft.com/office/drawing/2017/decorative" val="0"/>
                </a:ext>
              </a:extLst>
            </p:cNvPr>
            <p:cNvSpPr txBox="1"/>
            <p:nvPr/>
          </p:nvSpPr>
          <p:spPr>
            <a:xfrm>
              <a:off x="28728" y="3102474"/>
              <a:ext cx="1776506"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État de </a:t>
              </a:r>
              <a:r>
                <a:rPr lang="en-GB" sz="1600" b="1" kern="1200" dirty="0" err="1">
                  <a:latin typeface="Noto Sans" panose="020B0502040504020204" pitchFamily="34"/>
                  <a:ea typeface="Noto Sans" panose="020B0502040504020204" pitchFamily="34"/>
                  <a:cs typeface="Noto Sans" panose="020B0502040504020204" pitchFamily="34"/>
                </a:rPr>
                <a:t>l’Art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41" name="Shape 3">
            <a:extLst>
              <a:ext uri="{FF2B5EF4-FFF2-40B4-BE49-F238E27FC236}">
                <a16:creationId xmlns:a16="http://schemas.microsoft.com/office/drawing/2014/main" id="{F6B98F88-058E-4C8E-BE56-68A465587896}"/>
              </a:ext>
            </a:extLst>
          </p:cNvPr>
          <p:cNvSpPr/>
          <p:nvPr/>
        </p:nvSpPr>
        <p:spPr>
          <a:xfrm>
            <a:off x="1861042" y="32740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2" name="Shape 3">
            <a:extLst>
              <a:ext uri="{FF2B5EF4-FFF2-40B4-BE49-F238E27FC236}">
                <a16:creationId xmlns:a16="http://schemas.microsoft.com/office/drawing/2014/main" id="{145B7E20-18B8-4FDA-874E-F119AF2576FF}"/>
              </a:ext>
            </a:extLst>
          </p:cNvPr>
          <p:cNvSpPr/>
          <p:nvPr/>
        </p:nvSpPr>
        <p:spPr>
          <a:xfrm>
            <a:off x="1842418" y="402348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3" name="Shape 3">
            <a:extLst>
              <a:ext uri="{FF2B5EF4-FFF2-40B4-BE49-F238E27FC236}">
                <a16:creationId xmlns:a16="http://schemas.microsoft.com/office/drawing/2014/main" id="{F8E15BC0-E1DD-4086-A01B-CB1183CB6037}"/>
              </a:ext>
            </a:extLst>
          </p:cNvPr>
          <p:cNvSpPr/>
          <p:nvPr/>
        </p:nvSpPr>
        <p:spPr>
          <a:xfrm>
            <a:off x="1861042" y="1140879"/>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2" name="ZoneTexte 1">
            <a:extLst>
              <a:ext uri="{FF2B5EF4-FFF2-40B4-BE49-F238E27FC236}">
                <a16:creationId xmlns:a16="http://schemas.microsoft.com/office/drawing/2014/main" id="{F9878F9B-AC6A-4415-8BF4-1BFC61D38B18}"/>
              </a:ext>
            </a:extLst>
          </p:cNvPr>
          <p:cNvSpPr txBox="1"/>
          <p:nvPr/>
        </p:nvSpPr>
        <p:spPr>
          <a:xfrm>
            <a:off x="2182387" y="1053151"/>
            <a:ext cx="2714734" cy="3170099"/>
          </a:xfrm>
          <a:prstGeom prst="rect">
            <a:avLst/>
          </a:prstGeom>
          <a:noFill/>
        </p:spPr>
        <p:txBody>
          <a:bodyPr wrap="square" rtlCol="0">
            <a:spAutoFit/>
          </a:bodyPr>
          <a:lstStyle/>
          <a:p>
            <a:r>
              <a:rPr lang="fr-FR" sz="1800" b="1" dirty="0">
                <a:solidFill>
                  <a:srgbClr val="A00627"/>
                </a:solidFill>
              </a:rPr>
              <a:t>Indicateurs surveillés </a:t>
            </a:r>
          </a:p>
          <a:p>
            <a:pPr marL="285750" indent="-285750">
              <a:buFont typeface="Arial" panose="020B0604020202020204" pitchFamily="34" charset="0"/>
              <a:buChar char="•"/>
            </a:pPr>
            <a:r>
              <a:rPr lang="fr-FR" dirty="0"/>
              <a:t>EAR (Eye Aspect Ratio) pour les clignements et somnolence</a:t>
            </a:r>
          </a:p>
          <a:p>
            <a:endParaRPr lang="fr-FR" dirty="0"/>
          </a:p>
          <a:p>
            <a:pPr marL="285750" indent="-285750">
              <a:buFont typeface="Arial" panose="020B0604020202020204" pitchFamily="34" charset="0"/>
              <a:buChar char="•"/>
            </a:pPr>
            <a:r>
              <a:rPr lang="fr-FR" dirty="0"/>
              <a:t>MAR (</a:t>
            </a:r>
            <a:r>
              <a:rPr lang="fr-FR" dirty="0" err="1"/>
              <a:t>Mouth</a:t>
            </a:r>
            <a:r>
              <a:rPr lang="fr-FR" dirty="0"/>
              <a:t> Aspect Ratio) pour les bâillements Signal</a:t>
            </a:r>
          </a:p>
          <a:p>
            <a:endParaRPr lang="fr-FR" dirty="0"/>
          </a:p>
          <a:p>
            <a:pPr marL="285750" indent="-285750">
              <a:buFont typeface="Arial" panose="020B0604020202020204" pitchFamily="34" charset="0"/>
              <a:buChar char="•"/>
            </a:pPr>
            <a:r>
              <a:rPr lang="fr-FR" dirty="0"/>
              <a:t>PPG pour le rythme cardiaque</a:t>
            </a:r>
          </a:p>
          <a:p>
            <a:endParaRPr lang="fr-FR" dirty="0"/>
          </a:p>
          <a:p>
            <a:pPr marL="285750" indent="-285750">
              <a:buFont typeface="Arial" panose="020B0604020202020204" pitchFamily="34" charset="0"/>
              <a:buChar char="•"/>
            </a:pPr>
            <a:r>
              <a:rPr lang="fr-FR" dirty="0"/>
              <a:t>Position des mains par rapport au visage</a:t>
            </a:r>
          </a:p>
          <a:p>
            <a:pPr marL="285750" indent="-285750">
              <a:buFont typeface="Arial" panose="020B0604020202020204" pitchFamily="34" charset="0"/>
              <a:buChar char="•"/>
            </a:pPr>
            <a:endParaRPr lang="fr-FR" dirty="0"/>
          </a:p>
        </p:txBody>
      </p:sp>
      <p:sp>
        <p:nvSpPr>
          <p:cNvPr id="3" name="ZoneTexte 2">
            <a:extLst>
              <a:ext uri="{FF2B5EF4-FFF2-40B4-BE49-F238E27FC236}">
                <a16:creationId xmlns:a16="http://schemas.microsoft.com/office/drawing/2014/main" id="{7461E29A-96F1-49BE-A8D0-A38C3A9D9830}"/>
              </a:ext>
            </a:extLst>
          </p:cNvPr>
          <p:cNvSpPr txBox="1"/>
          <p:nvPr/>
        </p:nvSpPr>
        <p:spPr>
          <a:xfrm>
            <a:off x="2203061" y="3989930"/>
            <a:ext cx="2977025" cy="800219"/>
          </a:xfrm>
          <a:prstGeom prst="rect">
            <a:avLst/>
          </a:prstGeom>
          <a:noFill/>
        </p:spPr>
        <p:txBody>
          <a:bodyPr wrap="square" rtlCol="0">
            <a:spAutoFit/>
          </a:bodyPr>
          <a:lstStyle/>
          <a:p>
            <a:r>
              <a:rPr lang="fr-FR" sz="1800" b="1" dirty="0">
                <a:solidFill>
                  <a:srgbClr val="A00627"/>
                </a:solidFill>
              </a:rPr>
              <a:t>Alertes automatiques </a:t>
            </a:r>
            <a:endParaRPr lang="fr-FR" dirty="0">
              <a:solidFill>
                <a:srgbClr val="A00627"/>
              </a:solidFill>
            </a:endParaRPr>
          </a:p>
          <a:p>
            <a:r>
              <a:rPr lang="fr-FR" dirty="0"/>
              <a:t>Envoi immédiat d’alertes visuelles, sonores et vocales</a:t>
            </a:r>
          </a:p>
        </p:txBody>
      </p:sp>
      <p:pic>
        <p:nvPicPr>
          <p:cNvPr id="7" name="Image 6">
            <a:extLst>
              <a:ext uri="{FF2B5EF4-FFF2-40B4-BE49-F238E27FC236}">
                <a16:creationId xmlns:a16="http://schemas.microsoft.com/office/drawing/2014/main" id="{AA3579BE-4F8D-4324-BF2F-C7A62F63A64A}"/>
              </a:ext>
            </a:extLst>
          </p:cNvPr>
          <p:cNvPicPr>
            <a:picLocks noChangeAspect="1"/>
          </p:cNvPicPr>
          <p:nvPr/>
        </p:nvPicPr>
        <p:blipFill rotWithShape="1">
          <a:blip r:embed="rId3">
            <a:biLevel thresh="75000"/>
          </a:blip>
          <a:srcRect t="8439"/>
          <a:stretch/>
        </p:blipFill>
        <p:spPr>
          <a:xfrm>
            <a:off x="5270361" y="1422296"/>
            <a:ext cx="2250401" cy="435551"/>
          </a:xfrm>
          <a:prstGeom prst="rect">
            <a:avLst/>
          </a:prstGeom>
        </p:spPr>
      </p:pic>
      <p:pic>
        <p:nvPicPr>
          <p:cNvPr id="9" name="Image 8">
            <a:extLst>
              <a:ext uri="{FF2B5EF4-FFF2-40B4-BE49-F238E27FC236}">
                <a16:creationId xmlns:a16="http://schemas.microsoft.com/office/drawing/2014/main" id="{54BCC93E-2B55-4D08-974E-B3A1C2902D9A}"/>
              </a:ext>
            </a:extLst>
          </p:cNvPr>
          <p:cNvPicPr>
            <a:picLocks noChangeAspect="1"/>
          </p:cNvPicPr>
          <p:nvPr/>
        </p:nvPicPr>
        <p:blipFill rotWithShape="1">
          <a:blip r:embed="rId4">
            <a:biLevel thresh="75000"/>
          </a:blip>
          <a:srcRect t="11088"/>
          <a:stretch/>
        </p:blipFill>
        <p:spPr>
          <a:xfrm>
            <a:off x="5237090" y="2307997"/>
            <a:ext cx="2316945" cy="435551"/>
          </a:xfrm>
          <a:prstGeom prst="rect">
            <a:avLst/>
          </a:prstGeom>
        </p:spPr>
      </p:pic>
      <p:pic>
        <p:nvPicPr>
          <p:cNvPr id="11" name="Image 10">
            <a:extLst>
              <a:ext uri="{FF2B5EF4-FFF2-40B4-BE49-F238E27FC236}">
                <a16:creationId xmlns:a16="http://schemas.microsoft.com/office/drawing/2014/main" id="{E499E96A-5E69-477A-81C9-5AC46A848EB7}"/>
              </a:ext>
            </a:extLst>
          </p:cNvPr>
          <p:cNvPicPr>
            <a:picLocks noChangeAspect="1"/>
          </p:cNvPicPr>
          <p:nvPr/>
        </p:nvPicPr>
        <p:blipFill rotWithShape="1">
          <a:blip r:embed="rId5">
            <a:biLevel thresh="75000"/>
          </a:blip>
          <a:srcRect l="2797" t="21291" r="1996"/>
          <a:stretch/>
        </p:blipFill>
        <p:spPr>
          <a:xfrm>
            <a:off x="5261180" y="3581059"/>
            <a:ext cx="2470740" cy="303794"/>
          </a:xfrm>
          <a:prstGeom prst="rect">
            <a:avLst/>
          </a:prstGeom>
        </p:spPr>
      </p:pic>
      <p:pic>
        <p:nvPicPr>
          <p:cNvPr id="13" name="Image 12">
            <a:extLst>
              <a:ext uri="{FF2B5EF4-FFF2-40B4-BE49-F238E27FC236}">
                <a16:creationId xmlns:a16="http://schemas.microsoft.com/office/drawing/2014/main" id="{DEA4D09B-82CF-4E55-95BE-12A70830E028}"/>
              </a:ext>
            </a:extLst>
          </p:cNvPr>
          <p:cNvPicPr>
            <a:picLocks noChangeAspect="1"/>
          </p:cNvPicPr>
          <p:nvPr/>
        </p:nvPicPr>
        <p:blipFill rotWithShape="1">
          <a:blip r:embed="rId6">
            <a:biLevel thresh="75000"/>
          </a:blip>
          <a:srcRect t="18356" b="15322"/>
          <a:stretch/>
        </p:blipFill>
        <p:spPr>
          <a:xfrm>
            <a:off x="5211754" y="2967072"/>
            <a:ext cx="2059713" cy="253307"/>
          </a:xfrm>
          <a:prstGeom prst="rect">
            <a:avLst/>
          </a:prstGeom>
        </p:spPr>
      </p:pic>
      <p:pic>
        <p:nvPicPr>
          <p:cNvPr id="5" name="Image 4">
            <a:extLst>
              <a:ext uri="{FF2B5EF4-FFF2-40B4-BE49-F238E27FC236}">
                <a16:creationId xmlns:a16="http://schemas.microsoft.com/office/drawing/2014/main" id="{625DD66B-D540-4278-9191-D55D60847E07}"/>
              </a:ext>
            </a:extLst>
          </p:cNvPr>
          <p:cNvPicPr>
            <a:picLocks noChangeAspect="1"/>
          </p:cNvPicPr>
          <p:nvPr/>
        </p:nvPicPr>
        <p:blipFill rotWithShape="1">
          <a:blip r:embed="rId7"/>
          <a:srcRect l="21704" t="30696" r="48847" b="53723"/>
          <a:stretch/>
        </p:blipFill>
        <p:spPr>
          <a:xfrm>
            <a:off x="-463268" y="0"/>
            <a:ext cx="9721265" cy="5143499"/>
          </a:xfrm>
          <a:prstGeom prst="rect">
            <a:avLst/>
          </a:prstGeom>
        </p:spPr>
      </p:pic>
      <p:pic>
        <p:nvPicPr>
          <p:cNvPr id="6" name="Image 5">
            <a:extLst>
              <a:ext uri="{FF2B5EF4-FFF2-40B4-BE49-F238E27FC236}">
                <a16:creationId xmlns:a16="http://schemas.microsoft.com/office/drawing/2014/main" id="{B79426B3-C3DE-45F3-B01D-C451D35BE8D0}"/>
              </a:ext>
            </a:extLst>
          </p:cNvPr>
          <p:cNvPicPr>
            <a:picLocks noChangeAspect="1"/>
          </p:cNvPicPr>
          <p:nvPr/>
        </p:nvPicPr>
        <p:blipFill rotWithShape="1">
          <a:blip r:embed="rId8"/>
          <a:srcRect t="11239" r="4000"/>
          <a:stretch/>
        </p:blipFill>
        <p:spPr>
          <a:xfrm>
            <a:off x="3370719" y="-29026"/>
            <a:ext cx="5885248" cy="462273"/>
          </a:xfrm>
          <a:prstGeom prst="rect">
            <a:avLst/>
          </a:prstGeom>
        </p:spPr>
      </p:pic>
      <p:sp>
        <p:nvSpPr>
          <p:cNvPr id="8" name="ZoneTexte 7">
            <a:extLst>
              <a:ext uri="{FF2B5EF4-FFF2-40B4-BE49-F238E27FC236}">
                <a16:creationId xmlns:a16="http://schemas.microsoft.com/office/drawing/2014/main" id="{DAFAA99E-8703-44F9-8BA6-64FE7C4290D8}"/>
              </a:ext>
            </a:extLst>
          </p:cNvPr>
          <p:cNvSpPr txBox="1"/>
          <p:nvPr/>
        </p:nvSpPr>
        <p:spPr>
          <a:xfrm>
            <a:off x="1394206" y="2263972"/>
            <a:ext cx="418339" cy="307777"/>
          </a:xfrm>
          <a:prstGeom prst="rect">
            <a:avLst/>
          </a:prstGeom>
          <a:noFill/>
        </p:spPr>
        <p:txBody>
          <a:bodyPr wrap="square" rtlCol="0">
            <a:spAutoFit/>
          </a:bodyPr>
          <a:lstStyle/>
          <a:p>
            <a:r>
              <a:rPr lang="en-GB" b="1" dirty="0"/>
              <a:t>P1</a:t>
            </a:r>
            <a:endParaRPr lang="fr-FR" b="1" dirty="0"/>
          </a:p>
        </p:txBody>
      </p:sp>
      <p:sp>
        <p:nvSpPr>
          <p:cNvPr id="22" name="ZoneTexte 21">
            <a:extLst>
              <a:ext uri="{FF2B5EF4-FFF2-40B4-BE49-F238E27FC236}">
                <a16:creationId xmlns:a16="http://schemas.microsoft.com/office/drawing/2014/main" id="{E1179B54-352B-4E5B-8711-82EBA6969BD4}"/>
              </a:ext>
            </a:extLst>
          </p:cNvPr>
          <p:cNvSpPr txBox="1"/>
          <p:nvPr/>
        </p:nvSpPr>
        <p:spPr>
          <a:xfrm>
            <a:off x="2514150" y="1697154"/>
            <a:ext cx="418339" cy="307777"/>
          </a:xfrm>
          <a:prstGeom prst="rect">
            <a:avLst/>
          </a:prstGeom>
          <a:noFill/>
        </p:spPr>
        <p:txBody>
          <a:bodyPr wrap="square" rtlCol="0">
            <a:spAutoFit/>
          </a:bodyPr>
          <a:lstStyle/>
          <a:p>
            <a:r>
              <a:rPr lang="en-GB" b="1" dirty="0"/>
              <a:t>P2</a:t>
            </a:r>
            <a:endParaRPr lang="fr-FR" b="1" dirty="0"/>
          </a:p>
        </p:txBody>
      </p:sp>
      <p:sp>
        <p:nvSpPr>
          <p:cNvPr id="24" name="ZoneTexte 23">
            <a:extLst>
              <a:ext uri="{FF2B5EF4-FFF2-40B4-BE49-F238E27FC236}">
                <a16:creationId xmlns:a16="http://schemas.microsoft.com/office/drawing/2014/main" id="{DF68B9BC-8AA5-4808-97C6-10A70B5E273D}"/>
              </a:ext>
            </a:extLst>
          </p:cNvPr>
          <p:cNvSpPr txBox="1"/>
          <p:nvPr/>
        </p:nvSpPr>
        <p:spPr>
          <a:xfrm>
            <a:off x="4107340" y="1550070"/>
            <a:ext cx="418339" cy="307777"/>
          </a:xfrm>
          <a:prstGeom prst="rect">
            <a:avLst/>
          </a:prstGeom>
          <a:noFill/>
        </p:spPr>
        <p:txBody>
          <a:bodyPr wrap="square" rtlCol="0">
            <a:spAutoFit/>
          </a:bodyPr>
          <a:lstStyle/>
          <a:p>
            <a:r>
              <a:rPr lang="en-GB" b="1" dirty="0"/>
              <a:t>P3</a:t>
            </a:r>
            <a:endParaRPr lang="fr-FR" b="1" dirty="0"/>
          </a:p>
        </p:txBody>
      </p:sp>
      <p:sp>
        <p:nvSpPr>
          <p:cNvPr id="27" name="ZoneTexte 26">
            <a:extLst>
              <a:ext uri="{FF2B5EF4-FFF2-40B4-BE49-F238E27FC236}">
                <a16:creationId xmlns:a16="http://schemas.microsoft.com/office/drawing/2014/main" id="{3CE52271-6971-4E02-AADB-5A7C04C176D7}"/>
              </a:ext>
            </a:extLst>
          </p:cNvPr>
          <p:cNvSpPr txBox="1"/>
          <p:nvPr/>
        </p:nvSpPr>
        <p:spPr>
          <a:xfrm>
            <a:off x="2496362" y="2761904"/>
            <a:ext cx="418339" cy="307777"/>
          </a:xfrm>
          <a:prstGeom prst="rect">
            <a:avLst/>
          </a:prstGeom>
          <a:noFill/>
        </p:spPr>
        <p:txBody>
          <a:bodyPr wrap="square" rtlCol="0">
            <a:spAutoFit/>
          </a:bodyPr>
          <a:lstStyle/>
          <a:p>
            <a:r>
              <a:rPr lang="en-GB" b="1" dirty="0"/>
              <a:t>P6</a:t>
            </a:r>
            <a:endParaRPr lang="fr-FR" b="1" dirty="0"/>
          </a:p>
        </p:txBody>
      </p:sp>
      <p:sp>
        <p:nvSpPr>
          <p:cNvPr id="28" name="ZoneTexte 27">
            <a:extLst>
              <a:ext uri="{FF2B5EF4-FFF2-40B4-BE49-F238E27FC236}">
                <a16:creationId xmlns:a16="http://schemas.microsoft.com/office/drawing/2014/main" id="{89B7FA9C-AF39-473C-9DB1-E2EAA220F547}"/>
              </a:ext>
            </a:extLst>
          </p:cNvPr>
          <p:cNvSpPr txBox="1"/>
          <p:nvPr/>
        </p:nvSpPr>
        <p:spPr>
          <a:xfrm>
            <a:off x="4065353" y="2892726"/>
            <a:ext cx="418339" cy="307777"/>
          </a:xfrm>
          <a:prstGeom prst="rect">
            <a:avLst/>
          </a:prstGeom>
          <a:noFill/>
        </p:spPr>
        <p:txBody>
          <a:bodyPr wrap="square" rtlCol="0">
            <a:spAutoFit/>
          </a:bodyPr>
          <a:lstStyle/>
          <a:p>
            <a:r>
              <a:rPr lang="en-GB" b="1" dirty="0"/>
              <a:t>P5</a:t>
            </a:r>
            <a:endParaRPr lang="fr-FR" b="1" dirty="0"/>
          </a:p>
        </p:txBody>
      </p:sp>
      <p:pic>
        <p:nvPicPr>
          <p:cNvPr id="30" name="Image 29">
            <a:extLst>
              <a:ext uri="{FF2B5EF4-FFF2-40B4-BE49-F238E27FC236}">
                <a16:creationId xmlns:a16="http://schemas.microsoft.com/office/drawing/2014/main" id="{EC7ACCEC-B42C-4A1D-A31A-53AED978E3B7}"/>
              </a:ext>
            </a:extLst>
          </p:cNvPr>
          <p:cNvPicPr>
            <a:picLocks noChangeAspect="1"/>
          </p:cNvPicPr>
          <p:nvPr/>
        </p:nvPicPr>
        <p:blipFill rotWithShape="1">
          <a:blip r:embed="rId3">
            <a:biLevel thresh="75000"/>
          </a:blip>
          <a:srcRect t="8439"/>
          <a:stretch/>
        </p:blipFill>
        <p:spPr>
          <a:xfrm>
            <a:off x="0" y="-8098"/>
            <a:ext cx="3372749" cy="652775"/>
          </a:xfrm>
          <a:prstGeom prst="rect">
            <a:avLst/>
          </a:prstGeom>
        </p:spPr>
      </p:pic>
      <p:sp>
        <p:nvSpPr>
          <p:cNvPr id="4" name="Ellipse 3">
            <a:extLst>
              <a:ext uri="{FF2B5EF4-FFF2-40B4-BE49-F238E27FC236}">
                <a16:creationId xmlns:a16="http://schemas.microsoft.com/office/drawing/2014/main" id="{1044C9F0-820C-4D74-8309-510091B2B92C}"/>
              </a:ext>
            </a:extLst>
          </p:cNvPr>
          <p:cNvSpPr/>
          <p:nvPr/>
        </p:nvSpPr>
        <p:spPr>
          <a:xfrm>
            <a:off x="1560185" y="2268691"/>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B900E78F-772C-4948-812B-DBD5C8262370}"/>
              </a:ext>
            </a:extLst>
          </p:cNvPr>
          <p:cNvSpPr/>
          <p:nvPr/>
        </p:nvSpPr>
        <p:spPr>
          <a:xfrm>
            <a:off x="2830185" y="1681098"/>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87CE2075-5FA9-426A-ABA5-BEC25ECC5CA9}"/>
              </a:ext>
            </a:extLst>
          </p:cNvPr>
          <p:cNvSpPr/>
          <p:nvPr/>
        </p:nvSpPr>
        <p:spPr>
          <a:xfrm>
            <a:off x="4397365" y="161183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598212F0-FE26-4467-9EE2-032976A1C13B}"/>
              </a:ext>
            </a:extLst>
          </p:cNvPr>
          <p:cNvSpPr/>
          <p:nvPr/>
        </p:nvSpPr>
        <p:spPr>
          <a:xfrm>
            <a:off x="4403285" y="302396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15295DF4-1FFB-4FDF-88F0-C7ED62013729}"/>
              </a:ext>
            </a:extLst>
          </p:cNvPr>
          <p:cNvSpPr/>
          <p:nvPr/>
        </p:nvSpPr>
        <p:spPr>
          <a:xfrm>
            <a:off x="6137265" y="261534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EB02658C-AD31-44C9-81D1-64AB25814B93}"/>
              </a:ext>
            </a:extLst>
          </p:cNvPr>
          <p:cNvSpPr/>
          <p:nvPr/>
        </p:nvSpPr>
        <p:spPr>
          <a:xfrm>
            <a:off x="2830185" y="291579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7" name="Connecteur droit avec flèche 46">
            <a:extLst>
              <a:ext uri="{FF2B5EF4-FFF2-40B4-BE49-F238E27FC236}">
                <a16:creationId xmlns:a16="http://schemas.microsoft.com/office/drawing/2014/main" id="{D926504F-D8C3-4A12-9E92-4B1D779B364E}"/>
              </a:ext>
            </a:extLst>
          </p:cNvPr>
          <p:cNvCxnSpPr>
            <a:cxnSpLocks/>
            <a:endCxn id="8" idx="0"/>
          </p:cNvCxnSpPr>
          <p:nvPr/>
        </p:nvCxnSpPr>
        <p:spPr>
          <a:xfrm flipH="1" flipV="1">
            <a:off x="1603376" y="2263972"/>
            <a:ext cx="4514010" cy="352980"/>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15" name="Connecteur droit avec flèche 14">
            <a:extLst>
              <a:ext uri="{FF2B5EF4-FFF2-40B4-BE49-F238E27FC236}">
                <a16:creationId xmlns:a16="http://schemas.microsoft.com/office/drawing/2014/main" id="{DCEBF096-1699-4C63-ABAE-7CC9171E2896}"/>
              </a:ext>
            </a:extLst>
          </p:cNvPr>
          <p:cNvCxnSpPr>
            <a:cxnSpLocks/>
          </p:cNvCxnSpPr>
          <p:nvPr/>
        </p:nvCxnSpPr>
        <p:spPr>
          <a:xfrm>
            <a:off x="2875904" y="1768421"/>
            <a:ext cx="0" cy="1095425"/>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45" name="Connecteur droit avec flèche 44">
            <a:extLst>
              <a:ext uri="{FF2B5EF4-FFF2-40B4-BE49-F238E27FC236}">
                <a16:creationId xmlns:a16="http://schemas.microsoft.com/office/drawing/2014/main" id="{0F954B91-1E22-4CCF-9815-A82A8981C22C}"/>
              </a:ext>
            </a:extLst>
          </p:cNvPr>
          <p:cNvCxnSpPr>
            <a:cxnSpLocks/>
          </p:cNvCxnSpPr>
          <p:nvPr/>
        </p:nvCxnSpPr>
        <p:spPr>
          <a:xfrm>
            <a:off x="4443084" y="1697154"/>
            <a:ext cx="0" cy="1218638"/>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sp>
        <p:nvSpPr>
          <p:cNvPr id="48" name="ZoneTexte 47">
            <a:extLst>
              <a:ext uri="{FF2B5EF4-FFF2-40B4-BE49-F238E27FC236}">
                <a16:creationId xmlns:a16="http://schemas.microsoft.com/office/drawing/2014/main" id="{1AA791A6-B10F-4802-BFC4-ACD0D24A4A5D}"/>
              </a:ext>
            </a:extLst>
          </p:cNvPr>
          <p:cNvSpPr txBox="1"/>
          <p:nvPr/>
        </p:nvSpPr>
        <p:spPr>
          <a:xfrm>
            <a:off x="5872801" y="2618286"/>
            <a:ext cx="418339" cy="307777"/>
          </a:xfrm>
          <a:prstGeom prst="rect">
            <a:avLst/>
          </a:prstGeom>
          <a:noFill/>
        </p:spPr>
        <p:txBody>
          <a:bodyPr wrap="square" rtlCol="0">
            <a:spAutoFit/>
          </a:bodyPr>
          <a:lstStyle/>
          <a:p>
            <a:r>
              <a:rPr lang="en-GB" b="1" dirty="0"/>
              <a:t>P4</a:t>
            </a:r>
            <a:endParaRPr lang="fr-FR" b="1" dirty="0"/>
          </a:p>
        </p:txBody>
      </p:sp>
      <p:pic>
        <p:nvPicPr>
          <p:cNvPr id="80" name="Image 79">
            <a:extLst>
              <a:ext uri="{FF2B5EF4-FFF2-40B4-BE49-F238E27FC236}">
                <a16:creationId xmlns:a16="http://schemas.microsoft.com/office/drawing/2014/main" id="{E0001393-A0B8-46B6-BA16-239E4F2C6722}"/>
              </a:ext>
            </a:extLst>
          </p:cNvPr>
          <p:cNvPicPr/>
          <p:nvPr/>
        </p:nvPicPr>
        <p:blipFill rotWithShape="1">
          <a:blip r:embed="rId9">
            <a:extLst>
              <a:ext uri="{28A0092B-C50C-407E-A947-70E740481C1C}">
                <a14:useLocalDpi xmlns:a14="http://schemas.microsoft.com/office/drawing/2010/main" val="0"/>
              </a:ext>
            </a:extLst>
          </a:blip>
          <a:srcRect t="6548" r="4898" b="7322"/>
          <a:stretch/>
        </p:blipFill>
        <p:spPr bwMode="auto">
          <a:xfrm>
            <a:off x="5704067" y="3559942"/>
            <a:ext cx="3550720" cy="1600438"/>
          </a:xfrm>
          <a:prstGeom prst="rect">
            <a:avLst/>
          </a:prstGeom>
          <a:noFill/>
          <a:ln>
            <a:noFill/>
          </a:ln>
          <a:extLst>
            <a:ext uri="{53640926-AAD7-44D8-BBD7-CCE9431645EC}">
              <a14:shadowObscured xmlns:a14="http://schemas.microsoft.com/office/drawing/2010/main"/>
            </a:ext>
          </a:extLst>
        </p:spPr>
      </p:pic>
      <p:pic>
        <p:nvPicPr>
          <p:cNvPr id="81" name="Image 80">
            <a:extLst>
              <a:ext uri="{FF2B5EF4-FFF2-40B4-BE49-F238E27FC236}">
                <a16:creationId xmlns:a16="http://schemas.microsoft.com/office/drawing/2014/main" id="{25BA41E3-0DB9-4BA9-97F9-41A773E5BACC}"/>
              </a:ext>
            </a:extLst>
          </p:cNvPr>
          <p:cNvPicPr>
            <a:picLocks noChangeAspect="1"/>
          </p:cNvPicPr>
          <p:nvPr/>
        </p:nvPicPr>
        <p:blipFill rotWithShape="1">
          <a:blip r:embed="rId10"/>
          <a:srcRect l="8939" t="35497" r="5833" b="17357"/>
          <a:stretch/>
        </p:blipFill>
        <p:spPr>
          <a:xfrm>
            <a:off x="1139483" y="3559943"/>
            <a:ext cx="4561374" cy="1580772"/>
          </a:xfrm>
          <a:prstGeom prst="rect">
            <a:avLst/>
          </a:prstGeom>
        </p:spPr>
      </p:pic>
    </p:spTree>
    <p:extLst>
      <p:ext uri="{BB962C8B-B14F-4D97-AF65-F5344CB8AC3E}">
        <p14:creationId xmlns:p14="http://schemas.microsoft.com/office/powerpoint/2010/main" val="1434432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46" name="Image 45">
            <a:extLst>
              <a:ext uri="{FF2B5EF4-FFF2-40B4-BE49-F238E27FC236}">
                <a16:creationId xmlns:a16="http://schemas.microsoft.com/office/drawing/2014/main" id="{3398CED6-7E1B-4D3B-8E9A-7B6BD6B86EB4}"/>
              </a:ext>
            </a:extLst>
          </p:cNvPr>
          <p:cNvPicPr>
            <a:picLocks noChangeAspect="1"/>
          </p:cNvPicPr>
          <p:nvPr/>
        </p:nvPicPr>
        <p:blipFill rotWithShape="1">
          <a:blip r:embed="rId3"/>
          <a:srcRect l="49547" t="26910" r="20255" b="55877"/>
          <a:stretch/>
        </p:blipFill>
        <p:spPr>
          <a:xfrm>
            <a:off x="-68778" y="-107761"/>
            <a:ext cx="9212777" cy="5251261"/>
          </a:xfrm>
          <a:prstGeom prst="rect">
            <a:avLst/>
          </a:prstGeom>
        </p:spPr>
      </p:pic>
      <p:sp>
        <p:nvSpPr>
          <p:cNvPr id="41" name="Shape 3">
            <a:extLst>
              <a:ext uri="{FF2B5EF4-FFF2-40B4-BE49-F238E27FC236}">
                <a16:creationId xmlns:a16="http://schemas.microsoft.com/office/drawing/2014/main" id="{F6B98F88-058E-4C8E-BE56-68A465587896}"/>
              </a:ext>
            </a:extLst>
          </p:cNvPr>
          <p:cNvSpPr/>
          <p:nvPr/>
        </p:nvSpPr>
        <p:spPr>
          <a:xfrm>
            <a:off x="1861042" y="32740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pic>
        <p:nvPicPr>
          <p:cNvPr id="30" name="Image 29">
            <a:extLst>
              <a:ext uri="{FF2B5EF4-FFF2-40B4-BE49-F238E27FC236}">
                <a16:creationId xmlns:a16="http://schemas.microsoft.com/office/drawing/2014/main" id="{EC7ACCEC-B42C-4A1D-A31A-53AED978E3B7}"/>
              </a:ext>
            </a:extLst>
          </p:cNvPr>
          <p:cNvPicPr>
            <a:picLocks noChangeAspect="1"/>
          </p:cNvPicPr>
          <p:nvPr/>
        </p:nvPicPr>
        <p:blipFill rotWithShape="1">
          <a:blip r:embed="rId4">
            <a:biLevel thresh="75000"/>
          </a:blip>
          <a:srcRect t="8439"/>
          <a:stretch/>
        </p:blipFill>
        <p:spPr>
          <a:xfrm>
            <a:off x="-20816" y="4563902"/>
            <a:ext cx="2994660" cy="579598"/>
          </a:xfrm>
          <a:prstGeom prst="rect">
            <a:avLst/>
          </a:prstGeom>
        </p:spPr>
      </p:pic>
      <p:grpSp>
        <p:nvGrpSpPr>
          <p:cNvPr id="29" name="Groupe 28">
            <a:extLst>
              <a:ext uri="{FF2B5EF4-FFF2-40B4-BE49-F238E27FC236}">
                <a16:creationId xmlns:a16="http://schemas.microsoft.com/office/drawing/2014/main" id="{5B5C204E-A847-4C5F-A9DE-427AA3BE4815}"/>
              </a:ext>
            </a:extLst>
          </p:cNvPr>
          <p:cNvGrpSpPr/>
          <p:nvPr/>
        </p:nvGrpSpPr>
        <p:grpSpPr>
          <a:xfrm>
            <a:off x="2358078" y="3453751"/>
            <a:ext cx="418339" cy="307777"/>
            <a:chOff x="1394206" y="2263972"/>
            <a:chExt cx="418339" cy="307777"/>
          </a:xfrm>
        </p:grpSpPr>
        <p:sp>
          <p:nvSpPr>
            <p:cNvPr id="8" name="ZoneTexte 7">
              <a:extLst>
                <a:ext uri="{FF2B5EF4-FFF2-40B4-BE49-F238E27FC236}">
                  <a16:creationId xmlns:a16="http://schemas.microsoft.com/office/drawing/2014/main" id="{DAFAA99E-8703-44F9-8BA6-64FE7C4290D8}"/>
                </a:ext>
              </a:extLst>
            </p:cNvPr>
            <p:cNvSpPr txBox="1"/>
            <p:nvPr/>
          </p:nvSpPr>
          <p:spPr>
            <a:xfrm>
              <a:off x="1394206" y="2263972"/>
              <a:ext cx="418339" cy="307777"/>
            </a:xfrm>
            <a:prstGeom prst="rect">
              <a:avLst/>
            </a:prstGeom>
            <a:noFill/>
          </p:spPr>
          <p:txBody>
            <a:bodyPr wrap="square" rtlCol="0">
              <a:spAutoFit/>
            </a:bodyPr>
            <a:lstStyle/>
            <a:p>
              <a:r>
                <a:rPr lang="en-GB" b="1" dirty="0"/>
                <a:t>P1</a:t>
              </a:r>
              <a:endParaRPr lang="fr-FR" b="1" dirty="0"/>
            </a:p>
          </p:txBody>
        </p:sp>
        <p:sp>
          <p:nvSpPr>
            <p:cNvPr id="4" name="Ellipse 3">
              <a:extLst>
                <a:ext uri="{FF2B5EF4-FFF2-40B4-BE49-F238E27FC236}">
                  <a16:creationId xmlns:a16="http://schemas.microsoft.com/office/drawing/2014/main" id="{1044C9F0-820C-4D74-8309-510091B2B92C}"/>
                </a:ext>
              </a:extLst>
            </p:cNvPr>
            <p:cNvSpPr/>
            <p:nvPr/>
          </p:nvSpPr>
          <p:spPr>
            <a:xfrm>
              <a:off x="1560185" y="2268691"/>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 name="Groupe 25">
            <a:extLst>
              <a:ext uri="{FF2B5EF4-FFF2-40B4-BE49-F238E27FC236}">
                <a16:creationId xmlns:a16="http://schemas.microsoft.com/office/drawing/2014/main" id="{703801ED-62A7-4EA1-A2F1-9EF83C493CE6}"/>
              </a:ext>
            </a:extLst>
          </p:cNvPr>
          <p:cNvGrpSpPr/>
          <p:nvPr/>
        </p:nvGrpSpPr>
        <p:grpSpPr>
          <a:xfrm>
            <a:off x="3820122" y="2540013"/>
            <a:ext cx="418339" cy="323833"/>
            <a:chOff x="2514150" y="1681098"/>
            <a:chExt cx="418339" cy="323833"/>
          </a:xfrm>
        </p:grpSpPr>
        <p:sp>
          <p:nvSpPr>
            <p:cNvPr id="22" name="ZoneTexte 21">
              <a:extLst>
                <a:ext uri="{FF2B5EF4-FFF2-40B4-BE49-F238E27FC236}">
                  <a16:creationId xmlns:a16="http://schemas.microsoft.com/office/drawing/2014/main" id="{E1179B54-352B-4E5B-8711-82EBA6969BD4}"/>
                </a:ext>
              </a:extLst>
            </p:cNvPr>
            <p:cNvSpPr txBox="1"/>
            <p:nvPr/>
          </p:nvSpPr>
          <p:spPr>
            <a:xfrm>
              <a:off x="2514150" y="1697154"/>
              <a:ext cx="418339" cy="307777"/>
            </a:xfrm>
            <a:prstGeom prst="rect">
              <a:avLst/>
            </a:prstGeom>
            <a:noFill/>
          </p:spPr>
          <p:txBody>
            <a:bodyPr wrap="square" rtlCol="0">
              <a:spAutoFit/>
            </a:bodyPr>
            <a:lstStyle/>
            <a:p>
              <a:r>
                <a:rPr lang="en-GB" b="1" dirty="0"/>
                <a:t>P2</a:t>
              </a:r>
              <a:endParaRPr lang="fr-FR" b="1" dirty="0"/>
            </a:p>
          </p:txBody>
        </p:sp>
        <p:sp>
          <p:nvSpPr>
            <p:cNvPr id="31" name="Ellipse 30">
              <a:extLst>
                <a:ext uri="{FF2B5EF4-FFF2-40B4-BE49-F238E27FC236}">
                  <a16:creationId xmlns:a16="http://schemas.microsoft.com/office/drawing/2014/main" id="{B900E78F-772C-4948-812B-DBD5C8262370}"/>
                </a:ext>
              </a:extLst>
            </p:cNvPr>
            <p:cNvSpPr/>
            <p:nvPr/>
          </p:nvSpPr>
          <p:spPr>
            <a:xfrm>
              <a:off x="2830185" y="1681098"/>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5" name="Groupe 24">
            <a:extLst>
              <a:ext uri="{FF2B5EF4-FFF2-40B4-BE49-F238E27FC236}">
                <a16:creationId xmlns:a16="http://schemas.microsoft.com/office/drawing/2014/main" id="{F8B58509-DD50-4D3B-A1C8-070BA1240888}"/>
              </a:ext>
            </a:extLst>
          </p:cNvPr>
          <p:cNvGrpSpPr/>
          <p:nvPr/>
        </p:nvGrpSpPr>
        <p:grpSpPr>
          <a:xfrm>
            <a:off x="5270671" y="2538509"/>
            <a:ext cx="418339" cy="307777"/>
            <a:chOff x="4107340" y="1550070"/>
            <a:chExt cx="418339" cy="307777"/>
          </a:xfrm>
        </p:grpSpPr>
        <p:sp>
          <p:nvSpPr>
            <p:cNvPr id="24" name="ZoneTexte 23">
              <a:extLst>
                <a:ext uri="{FF2B5EF4-FFF2-40B4-BE49-F238E27FC236}">
                  <a16:creationId xmlns:a16="http://schemas.microsoft.com/office/drawing/2014/main" id="{DF68B9BC-8AA5-4808-97C6-10A70B5E273D}"/>
                </a:ext>
              </a:extLst>
            </p:cNvPr>
            <p:cNvSpPr txBox="1"/>
            <p:nvPr/>
          </p:nvSpPr>
          <p:spPr>
            <a:xfrm>
              <a:off x="4107340" y="1550070"/>
              <a:ext cx="418339" cy="307777"/>
            </a:xfrm>
            <a:prstGeom prst="rect">
              <a:avLst/>
            </a:prstGeom>
            <a:noFill/>
          </p:spPr>
          <p:txBody>
            <a:bodyPr wrap="square" rtlCol="0">
              <a:spAutoFit/>
            </a:bodyPr>
            <a:lstStyle/>
            <a:p>
              <a:r>
                <a:rPr lang="en-GB" b="1" dirty="0"/>
                <a:t>P3</a:t>
              </a:r>
              <a:endParaRPr lang="fr-FR" b="1" dirty="0"/>
            </a:p>
          </p:txBody>
        </p:sp>
        <p:sp>
          <p:nvSpPr>
            <p:cNvPr id="32" name="Ellipse 31">
              <a:extLst>
                <a:ext uri="{FF2B5EF4-FFF2-40B4-BE49-F238E27FC236}">
                  <a16:creationId xmlns:a16="http://schemas.microsoft.com/office/drawing/2014/main" id="{87CE2075-5FA9-426A-ABA5-BEC25ECC5CA9}"/>
                </a:ext>
              </a:extLst>
            </p:cNvPr>
            <p:cNvSpPr/>
            <p:nvPr/>
          </p:nvSpPr>
          <p:spPr>
            <a:xfrm>
              <a:off x="4397365" y="161183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FA9D2A4D-F8CD-483F-BED6-8EE05A9F1438}"/>
              </a:ext>
            </a:extLst>
          </p:cNvPr>
          <p:cNvGrpSpPr/>
          <p:nvPr/>
        </p:nvGrpSpPr>
        <p:grpSpPr>
          <a:xfrm>
            <a:off x="5203273" y="3630323"/>
            <a:ext cx="418339" cy="307777"/>
            <a:chOff x="4065353" y="2892726"/>
            <a:chExt cx="418339" cy="307777"/>
          </a:xfrm>
        </p:grpSpPr>
        <p:sp>
          <p:nvSpPr>
            <p:cNvPr id="28" name="ZoneTexte 27">
              <a:extLst>
                <a:ext uri="{FF2B5EF4-FFF2-40B4-BE49-F238E27FC236}">
                  <a16:creationId xmlns:a16="http://schemas.microsoft.com/office/drawing/2014/main" id="{89B7FA9C-AF39-473C-9DB1-E2EAA220F547}"/>
                </a:ext>
              </a:extLst>
            </p:cNvPr>
            <p:cNvSpPr txBox="1"/>
            <p:nvPr/>
          </p:nvSpPr>
          <p:spPr>
            <a:xfrm>
              <a:off x="4065353" y="2892726"/>
              <a:ext cx="418339" cy="307777"/>
            </a:xfrm>
            <a:prstGeom prst="rect">
              <a:avLst/>
            </a:prstGeom>
            <a:noFill/>
          </p:spPr>
          <p:txBody>
            <a:bodyPr wrap="square" rtlCol="0">
              <a:spAutoFit/>
            </a:bodyPr>
            <a:lstStyle/>
            <a:p>
              <a:r>
                <a:rPr lang="en-GB" b="1" dirty="0"/>
                <a:t>P5</a:t>
              </a:r>
              <a:endParaRPr lang="fr-FR" b="1" dirty="0"/>
            </a:p>
          </p:txBody>
        </p:sp>
        <p:sp>
          <p:nvSpPr>
            <p:cNvPr id="33" name="Ellipse 32">
              <a:extLst>
                <a:ext uri="{FF2B5EF4-FFF2-40B4-BE49-F238E27FC236}">
                  <a16:creationId xmlns:a16="http://schemas.microsoft.com/office/drawing/2014/main" id="{598212F0-FE26-4467-9EE2-032976A1C13B}"/>
                </a:ext>
              </a:extLst>
            </p:cNvPr>
            <p:cNvSpPr/>
            <p:nvPr/>
          </p:nvSpPr>
          <p:spPr>
            <a:xfrm>
              <a:off x="4403285" y="302396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 name="Groupe 16">
            <a:extLst>
              <a:ext uri="{FF2B5EF4-FFF2-40B4-BE49-F238E27FC236}">
                <a16:creationId xmlns:a16="http://schemas.microsoft.com/office/drawing/2014/main" id="{B4F10072-3AF3-44FA-9A02-63C871DC2987}"/>
              </a:ext>
            </a:extLst>
          </p:cNvPr>
          <p:cNvGrpSpPr/>
          <p:nvPr/>
        </p:nvGrpSpPr>
        <p:grpSpPr>
          <a:xfrm>
            <a:off x="3820121" y="3672663"/>
            <a:ext cx="418339" cy="307777"/>
            <a:chOff x="2496362" y="2761904"/>
            <a:chExt cx="418339" cy="307777"/>
          </a:xfrm>
        </p:grpSpPr>
        <p:sp>
          <p:nvSpPr>
            <p:cNvPr id="27" name="ZoneTexte 26">
              <a:extLst>
                <a:ext uri="{FF2B5EF4-FFF2-40B4-BE49-F238E27FC236}">
                  <a16:creationId xmlns:a16="http://schemas.microsoft.com/office/drawing/2014/main" id="{3CE52271-6971-4E02-AADB-5A7C04C176D7}"/>
                </a:ext>
              </a:extLst>
            </p:cNvPr>
            <p:cNvSpPr txBox="1"/>
            <p:nvPr/>
          </p:nvSpPr>
          <p:spPr>
            <a:xfrm>
              <a:off x="2496362" y="2761904"/>
              <a:ext cx="418339" cy="307777"/>
            </a:xfrm>
            <a:prstGeom prst="rect">
              <a:avLst/>
            </a:prstGeom>
            <a:noFill/>
          </p:spPr>
          <p:txBody>
            <a:bodyPr wrap="square" rtlCol="0">
              <a:spAutoFit/>
            </a:bodyPr>
            <a:lstStyle/>
            <a:p>
              <a:r>
                <a:rPr lang="en-GB" b="1" dirty="0"/>
                <a:t>P6</a:t>
              </a:r>
              <a:endParaRPr lang="fr-FR" b="1" dirty="0"/>
            </a:p>
          </p:txBody>
        </p:sp>
        <p:sp>
          <p:nvSpPr>
            <p:cNvPr id="44" name="Ellipse 43">
              <a:extLst>
                <a:ext uri="{FF2B5EF4-FFF2-40B4-BE49-F238E27FC236}">
                  <a16:creationId xmlns:a16="http://schemas.microsoft.com/office/drawing/2014/main" id="{EB02658C-AD31-44C9-81D1-64AB25814B93}"/>
                </a:ext>
              </a:extLst>
            </p:cNvPr>
            <p:cNvSpPr/>
            <p:nvPr/>
          </p:nvSpPr>
          <p:spPr>
            <a:xfrm>
              <a:off x="2830185" y="291579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47" name="Connecteur droit avec flèche 46">
            <a:extLst>
              <a:ext uri="{FF2B5EF4-FFF2-40B4-BE49-F238E27FC236}">
                <a16:creationId xmlns:a16="http://schemas.microsoft.com/office/drawing/2014/main" id="{D926504F-D8C3-4A12-9E92-4B1D779B364E}"/>
              </a:ext>
            </a:extLst>
          </p:cNvPr>
          <p:cNvCxnSpPr>
            <a:cxnSpLocks/>
            <a:stCxn id="48" idx="0"/>
          </p:cNvCxnSpPr>
          <p:nvPr/>
        </p:nvCxnSpPr>
        <p:spPr>
          <a:xfrm flipH="1">
            <a:off x="2648537" y="3126286"/>
            <a:ext cx="4027794" cy="298011"/>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15" name="Connecteur droit avec flèche 14">
            <a:extLst>
              <a:ext uri="{FF2B5EF4-FFF2-40B4-BE49-F238E27FC236}">
                <a16:creationId xmlns:a16="http://schemas.microsoft.com/office/drawing/2014/main" id="{DCEBF096-1699-4C63-ABAE-7CC9171E2896}"/>
              </a:ext>
            </a:extLst>
          </p:cNvPr>
          <p:cNvCxnSpPr>
            <a:cxnSpLocks/>
          </p:cNvCxnSpPr>
          <p:nvPr/>
        </p:nvCxnSpPr>
        <p:spPr>
          <a:xfrm flipH="1">
            <a:off x="4136157" y="2645988"/>
            <a:ext cx="31110" cy="1115540"/>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45" name="Connecteur droit avec flèche 44">
            <a:extLst>
              <a:ext uri="{FF2B5EF4-FFF2-40B4-BE49-F238E27FC236}">
                <a16:creationId xmlns:a16="http://schemas.microsoft.com/office/drawing/2014/main" id="{0F954B91-1E22-4CCF-9815-A82A8981C22C}"/>
              </a:ext>
            </a:extLst>
          </p:cNvPr>
          <p:cNvCxnSpPr>
            <a:cxnSpLocks/>
          </p:cNvCxnSpPr>
          <p:nvPr/>
        </p:nvCxnSpPr>
        <p:spPr>
          <a:xfrm flipH="1">
            <a:off x="5569760" y="2707748"/>
            <a:ext cx="46919" cy="1040659"/>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grpSp>
        <p:nvGrpSpPr>
          <p:cNvPr id="10" name="Groupe 9">
            <a:extLst>
              <a:ext uri="{FF2B5EF4-FFF2-40B4-BE49-F238E27FC236}">
                <a16:creationId xmlns:a16="http://schemas.microsoft.com/office/drawing/2014/main" id="{DCDFB4B4-220E-410B-9163-AE9BEB6960C2}"/>
              </a:ext>
            </a:extLst>
          </p:cNvPr>
          <p:cNvGrpSpPr/>
          <p:nvPr/>
        </p:nvGrpSpPr>
        <p:grpSpPr>
          <a:xfrm>
            <a:off x="6467161" y="3123340"/>
            <a:ext cx="418339" cy="310723"/>
            <a:chOff x="5872801" y="2615340"/>
            <a:chExt cx="418339" cy="310723"/>
          </a:xfrm>
        </p:grpSpPr>
        <p:sp>
          <p:nvSpPr>
            <p:cNvPr id="34" name="Ellipse 33">
              <a:extLst>
                <a:ext uri="{FF2B5EF4-FFF2-40B4-BE49-F238E27FC236}">
                  <a16:creationId xmlns:a16="http://schemas.microsoft.com/office/drawing/2014/main" id="{15295DF4-1FFB-4FDF-88F0-C7ED62013729}"/>
                </a:ext>
              </a:extLst>
            </p:cNvPr>
            <p:cNvSpPr/>
            <p:nvPr/>
          </p:nvSpPr>
          <p:spPr>
            <a:xfrm>
              <a:off x="6137265" y="261534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a:extLst>
                <a:ext uri="{FF2B5EF4-FFF2-40B4-BE49-F238E27FC236}">
                  <a16:creationId xmlns:a16="http://schemas.microsoft.com/office/drawing/2014/main" id="{1AA791A6-B10F-4802-BFC4-ACD0D24A4A5D}"/>
                </a:ext>
              </a:extLst>
            </p:cNvPr>
            <p:cNvSpPr txBox="1"/>
            <p:nvPr/>
          </p:nvSpPr>
          <p:spPr>
            <a:xfrm>
              <a:off x="5872801" y="2618286"/>
              <a:ext cx="418339" cy="307777"/>
            </a:xfrm>
            <a:prstGeom prst="rect">
              <a:avLst/>
            </a:prstGeom>
            <a:noFill/>
          </p:spPr>
          <p:txBody>
            <a:bodyPr wrap="square" rtlCol="0">
              <a:spAutoFit/>
            </a:bodyPr>
            <a:lstStyle/>
            <a:p>
              <a:r>
                <a:rPr lang="en-GB" b="1" dirty="0"/>
                <a:t>P4</a:t>
              </a:r>
              <a:endParaRPr lang="fr-FR" b="1" dirty="0"/>
            </a:p>
          </p:txBody>
        </p:sp>
      </p:grpSp>
      <p:pic>
        <p:nvPicPr>
          <p:cNvPr id="14" name="Image 13">
            <a:extLst>
              <a:ext uri="{FF2B5EF4-FFF2-40B4-BE49-F238E27FC236}">
                <a16:creationId xmlns:a16="http://schemas.microsoft.com/office/drawing/2014/main" id="{241DB003-6C03-45BC-A321-E2860DEE6157}"/>
              </a:ext>
            </a:extLst>
          </p:cNvPr>
          <p:cNvPicPr>
            <a:picLocks noChangeAspect="1"/>
          </p:cNvPicPr>
          <p:nvPr/>
        </p:nvPicPr>
        <p:blipFill>
          <a:blip r:embed="rId5"/>
          <a:stretch>
            <a:fillRect/>
          </a:stretch>
        </p:blipFill>
        <p:spPr>
          <a:xfrm>
            <a:off x="2973844" y="4732959"/>
            <a:ext cx="6149339" cy="415424"/>
          </a:xfrm>
          <a:prstGeom prst="rect">
            <a:avLst/>
          </a:prstGeom>
        </p:spPr>
      </p:pic>
      <p:pic>
        <p:nvPicPr>
          <p:cNvPr id="70" name="Image 69">
            <a:extLst>
              <a:ext uri="{FF2B5EF4-FFF2-40B4-BE49-F238E27FC236}">
                <a16:creationId xmlns:a16="http://schemas.microsoft.com/office/drawing/2014/main" id="{09F0D207-27D4-43DD-9659-8C9E4C385EE6}"/>
              </a:ext>
            </a:extLst>
          </p:cNvPr>
          <p:cNvPicPr/>
          <p:nvPr/>
        </p:nvPicPr>
        <p:blipFill rotWithShape="1">
          <a:blip r:embed="rId6">
            <a:extLst>
              <a:ext uri="{28A0092B-C50C-407E-A947-70E740481C1C}">
                <a14:useLocalDpi xmlns:a14="http://schemas.microsoft.com/office/drawing/2010/main" val="0"/>
              </a:ext>
            </a:extLst>
          </a:blip>
          <a:srcRect t="6548" r="4898" b="7322"/>
          <a:stretch/>
        </p:blipFill>
        <p:spPr bwMode="auto">
          <a:xfrm>
            <a:off x="5583555" y="-81795"/>
            <a:ext cx="3550720" cy="1600438"/>
          </a:xfrm>
          <a:prstGeom prst="rect">
            <a:avLst/>
          </a:prstGeom>
          <a:noFill/>
          <a:ln>
            <a:noFill/>
          </a:ln>
          <a:extLst>
            <a:ext uri="{53640926-AAD7-44D8-BBD7-CCE9431645EC}">
              <a14:shadowObscured xmlns:a14="http://schemas.microsoft.com/office/drawing/2010/main"/>
            </a:ext>
          </a:extLst>
        </p:spPr>
      </p:pic>
      <p:pic>
        <p:nvPicPr>
          <p:cNvPr id="71" name="Image 70">
            <a:extLst>
              <a:ext uri="{FF2B5EF4-FFF2-40B4-BE49-F238E27FC236}">
                <a16:creationId xmlns:a16="http://schemas.microsoft.com/office/drawing/2014/main" id="{A8ACC1D8-C76F-4EF9-94F9-42CB5D36BC5F}"/>
              </a:ext>
            </a:extLst>
          </p:cNvPr>
          <p:cNvPicPr>
            <a:picLocks noChangeAspect="1"/>
          </p:cNvPicPr>
          <p:nvPr/>
        </p:nvPicPr>
        <p:blipFill rotWithShape="1">
          <a:blip r:embed="rId7"/>
          <a:srcRect l="8939" t="35497" r="5833" b="17357"/>
          <a:stretch/>
        </p:blipFill>
        <p:spPr>
          <a:xfrm>
            <a:off x="1055305" y="-111249"/>
            <a:ext cx="4561374" cy="1580772"/>
          </a:xfrm>
          <a:prstGeom prst="rect">
            <a:avLst/>
          </a:prstGeom>
        </p:spPr>
      </p:pic>
    </p:spTree>
    <p:extLst>
      <p:ext uri="{BB962C8B-B14F-4D97-AF65-F5344CB8AC3E}">
        <p14:creationId xmlns:p14="http://schemas.microsoft.com/office/powerpoint/2010/main" val="2935578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47" name="Rectangle 46">
            <a:extLst>
              <a:ext uri="{FF2B5EF4-FFF2-40B4-BE49-F238E27FC236}">
                <a16:creationId xmlns:a16="http://schemas.microsoft.com/office/drawing/2014/main" id="{4C486B97-49D2-41DD-818F-29F000BE4144}"/>
              </a:ext>
            </a:extLst>
          </p:cNvPr>
          <p:cNvSpPr/>
          <p:nvPr/>
        </p:nvSpPr>
        <p:spPr>
          <a:xfrm>
            <a:off x="0" y="0"/>
            <a:ext cx="9144000" cy="5143499"/>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9821930F-7910-4528-B71E-EB3E35973F9C}"/>
              </a:ext>
            </a:extLst>
          </p:cNvPr>
          <p:cNvSpPr txBox="1"/>
          <p:nvPr/>
        </p:nvSpPr>
        <p:spPr>
          <a:xfrm>
            <a:off x="2203061" y="261397"/>
            <a:ext cx="6302986" cy="800219"/>
          </a:xfrm>
          <a:prstGeom prst="rect">
            <a:avLst/>
          </a:prstGeom>
          <a:noFill/>
        </p:spPr>
        <p:txBody>
          <a:bodyPr wrap="square" rtlCol="0">
            <a:spAutoFit/>
          </a:bodyPr>
          <a:lstStyle/>
          <a:p>
            <a:r>
              <a:rPr lang="fr-FR" sz="1800" b="1" dirty="0">
                <a:solidFill>
                  <a:srgbClr val="A00627"/>
                </a:solidFill>
              </a:rPr>
              <a:t>Détection en temps réel </a:t>
            </a:r>
            <a:endParaRPr lang="fr-FR" dirty="0">
              <a:solidFill>
                <a:srgbClr val="A00627"/>
              </a:solidFill>
            </a:endParaRPr>
          </a:p>
          <a:p>
            <a:r>
              <a:rPr lang="fr-FR" dirty="0"/>
              <a:t>Identifier les premiers signaux de fatigue avant que la situation ne devienne critique</a:t>
            </a:r>
          </a:p>
        </p:txBody>
      </p:sp>
      <p:grpSp>
        <p:nvGrpSpPr>
          <p:cNvPr id="35" name="Groupe 34">
            <a:extLst>
              <a:ext uri="{FF2B5EF4-FFF2-40B4-BE49-F238E27FC236}">
                <a16:creationId xmlns:a16="http://schemas.microsoft.com/office/drawing/2014/main" id="{C3204A31-E83B-4BE6-8735-EFC133E59A28}"/>
              </a:ext>
            </a:extLst>
          </p:cNvPr>
          <p:cNvGrpSpPr/>
          <p:nvPr/>
        </p:nvGrpSpPr>
        <p:grpSpPr>
          <a:xfrm>
            <a:off x="176039" y="1753843"/>
            <a:ext cx="1444279" cy="1635813"/>
            <a:chOff x="0" y="1474612"/>
            <a:chExt cx="1805234" cy="2052696"/>
          </a:xfrm>
        </p:grpSpPr>
        <p:grpSp>
          <p:nvGrpSpPr>
            <p:cNvPr id="36" name="Group 6">
              <a:extLst>
                <a:ext uri="{FF2B5EF4-FFF2-40B4-BE49-F238E27FC236}">
                  <a16:creationId xmlns:a16="http://schemas.microsoft.com/office/drawing/2014/main" id="{5CFBA8A6-3378-4A0C-8806-8849D0FFF58C}"/>
                </a:ext>
              </a:extLst>
            </p:cNvPr>
            <p:cNvGrpSpPr/>
            <p:nvPr/>
          </p:nvGrpSpPr>
          <p:grpSpPr>
            <a:xfrm>
              <a:off x="0" y="1474612"/>
              <a:ext cx="1805234" cy="1392885"/>
              <a:chOff x="1009650" y="2102584"/>
              <a:chExt cx="3678465" cy="2838234"/>
            </a:xfrm>
            <a:solidFill>
              <a:schemeClr val="accent1"/>
            </a:solidFill>
          </p:grpSpPr>
          <p:sp>
            <p:nvSpPr>
              <p:cNvPr id="39" name="Block Arc 3">
                <a:extLst>
                  <a:ext uri="{FF2B5EF4-FFF2-40B4-BE49-F238E27FC236}">
                    <a16:creationId xmlns:a16="http://schemas.microsoft.com/office/drawing/2014/main" id="{9CE26B3F-48A3-41B2-9C41-AAA7DB354294}"/>
                  </a:ext>
                </a:extLst>
              </p:cNvPr>
              <p:cNvSpPr/>
              <p:nvPr/>
            </p:nvSpPr>
            <p:spPr>
              <a:xfrm>
                <a:off x="1009650" y="2102584"/>
                <a:ext cx="2838234" cy="2838234"/>
              </a:xfrm>
              <a:prstGeom prst="blockArc">
                <a:avLst>
                  <a:gd name="adj1" fmla="val 21570102"/>
                  <a:gd name="adj2" fmla="val 17581411"/>
                  <a:gd name="adj3" fmla="val 10584"/>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40" name="Arrow: Right 5">
                <a:extLst>
                  <a:ext uri="{FF2B5EF4-FFF2-40B4-BE49-F238E27FC236}">
                    <a16:creationId xmlns:a16="http://schemas.microsoft.com/office/drawing/2014/main" id="{F2C2B67E-39FF-47A7-B67D-7759D2C8BDD0}"/>
                  </a:ext>
                </a:extLst>
              </p:cNvPr>
              <p:cNvSpPr/>
              <p:nvPr/>
            </p:nvSpPr>
            <p:spPr>
              <a:xfrm>
                <a:off x="3541485" y="3216902"/>
                <a:ext cx="1146630" cy="609600"/>
              </a:xfrm>
              <a:prstGeom prst="rightArrow">
                <a:avLst>
                  <a:gd name="adj1" fmla="val 50000"/>
                  <a:gd name="adj2" fmla="val 73810"/>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37" name="TextBox 18">
              <a:extLst>
                <a:ext uri="{FF2B5EF4-FFF2-40B4-BE49-F238E27FC236}">
                  <a16:creationId xmlns:a16="http://schemas.microsoft.com/office/drawing/2014/main" id="{93100744-607C-4238-9C55-1631F05CED7B}"/>
                </a:ext>
              </a:extLst>
            </p:cNvPr>
            <p:cNvSpPr txBox="1"/>
            <p:nvPr/>
          </p:nvSpPr>
          <p:spPr>
            <a:xfrm>
              <a:off x="12884" y="1540788"/>
              <a:ext cx="1325966" cy="1274502"/>
            </a:xfrm>
            <a:prstGeom prst="rect">
              <a:avLst/>
            </a:prstGeom>
            <a:noFill/>
          </p:spPr>
          <p:txBody>
            <a:bodyPr wrap="square" rtlCol="0">
              <a:spAutoFit/>
            </a:bodyPr>
            <a:lstStyle/>
            <a:p>
              <a:pPr algn="ctr" defTabSz="685800">
                <a:buClrTx/>
                <a:defRPr/>
              </a:pPr>
              <a:r>
                <a:rPr lang="en-GB" sz="6000" b="1" kern="1200" dirty="0">
                  <a:solidFill>
                    <a:srgbClr val="A00627"/>
                  </a:solidFill>
                  <a:latin typeface="Open Sans" panose="020B0606030504020204" pitchFamily="34" charset="0"/>
                  <a:ea typeface="Noto Sans" panose="020B0502040504020204" pitchFamily="34"/>
                  <a:cs typeface="Noto Sans" panose="020B0502040504020204" pitchFamily="34"/>
                </a:rPr>
                <a:t>3</a:t>
              </a:r>
              <a:endParaRPr lang="en-GB" sz="6000" b="1" kern="1200" dirty="0">
                <a:solidFill>
                  <a:srgbClr val="A00627"/>
                </a:solidFill>
                <a:latin typeface="Noto Sans" panose="020B0502040504020204" pitchFamily="34"/>
                <a:ea typeface="Noto Sans" panose="020B0502040504020204" pitchFamily="34"/>
                <a:cs typeface="Noto Sans" panose="020B0502040504020204" pitchFamily="34"/>
              </a:endParaRPr>
            </a:p>
          </p:txBody>
        </p:sp>
        <p:sp>
          <p:nvSpPr>
            <p:cNvPr id="38" name="TextBox 28" descr="Introduction&#10;">
              <a:extLst>
                <a:ext uri="{FF2B5EF4-FFF2-40B4-BE49-F238E27FC236}">
                  <a16:creationId xmlns:a16="http://schemas.microsoft.com/office/drawing/2014/main" id="{187E3668-7316-49CC-BD87-5FBA01D34D10}"/>
                </a:ext>
                <a:ext uri="{C183D7F6-B498-43B3-948B-1728B52AA6E4}">
                  <adec:decorative xmlns:adec="http://schemas.microsoft.com/office/drawing/2017/decorative" val="0"/>
                </a:ext>
              </a:extLst>
            </p:cNvPr>
            <p:cNvSpPr txBox="1"/>
            <p:nvPr/>
          </p:nvSpPr>
          <p:spPr>
            <a:xfrm>
              <a:off x="28728" y="3102474"/>
              <a:ext cx="1776506"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État de </a:t>
              </a:r>
              <a:r>
                <a:rPr lang="en-GB" sz="1600" b="1" kern="1200" dirty="0" err="1">
                  <a:latin typeface="Noto Sans" panose="020B0502040504020204" pitchFamily="34"/>
                  <a:ea typeface="Noto Sans" panose="020B0502040504020204" pitchFamily="34"/>
                  <a:cs typeface="Noto Sans" panose="020B0502040504020204" pitchFamily="34"/>
                </a:rPr>
                <a:t>l’Art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41" name="Shape 3">
            <a:extLst>
              <a:ext uri="{FF2B5EF4-FFF2-40B4-BE49-F238E27FC236}">
                <a16:creationId xmlns:a16="http://schemas.microsoft.com/office/drawing/2014/main" id="{F6B98F88-058E-4C8E-BE56-68A465587896}"/>
              </a:ext>
            </a:extLst>
          </p:cNvPr>
          <p:cNvSpPr/>
          <p:nvPr/>
        </p:nvSpPr>
        <p:spPr>
          <a:xfrm>
            <a:off x="1861042" y="32740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2" name="Shape 3">
            <a:extLst>
              <a:ext uri="{FF2B5EF4-FFF2-40B4-BE49-F238E27FC236}">
                <a16:creationId xmlns:a16="http://schemas.microsoft.com/office/drawing/2014/main" id="{145B7E20-18B8-4FDA-874E-F119AF2576FF}"/>
              </a:ext>
            </a:extLst>
          </p:cNvPr>
          <p:cNvSpPr/>
          <p:nvPr/>
        </p:nvSpPr>
        <p:spPr>
          <a:xfrm>
            <a:off x="1842418" y="402348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3" name="Shape 3">
            <a:extLst>
              <a:ext uri="{FF2B5EF4-FFF2-40B4-BE49-F238E27FC236}">
                <a16:creationId xmlns:a16="http://schemas.microsoft.com/office/drawing/2014/main" id="{F8E15BC0-E1DD-4086-A01B-CB1183CB6037}"/>
              </a:ext>
            </a:extLst>
          </p:cNvPr>
          <p:cNvSpPr/>
          <p:nvPr/>
        </p:nvSpPr>
        <p:spPr>
          <a:xfrm>
            <a:off x="1861042" y="1140879"/>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2" name="ZoneTexte 1">
            <a:extLst>
              <a:ext uri="{FF2B5EF4-FFF2-40B4-BE49-F238E27FC236}">
                <a16:creationId xmlns:a16="http://schemas.microsoft.com/office/drawing/2014/main" id="{F9878F9B-AC6A-4415-8BF4-1BFC61D38B18}"/>
              </a:ext>
            </a:extLst>
          </p:cNvPr>
          <p:cNvSpPr txBox="1"/>
          <p:nvPr/>
        </p:nvSpPr>
        <p:spPr>
          <a:xfrm>
            <a:off x="2182387" y="1053151"/>
            <a:ext cx="2714734" cy="3170099"/>
          </a:xfrm>
          <a:prstGeom prst="rect">
            <a:avLst/>
          </a:prstGeom>
          <a:noFill/>
        </p:spPr>
        <p:txBody>
          <a:bodyPr wrap="square" rtlCol="0">
            <a:spAutoFit/>
          </a:bodyPr>
          <a:lstStyle/>
          <a:p>
            <a:r>
              <a:rPr lang="fr-FR" sz="1800" b="1" dirty="0">
                <a:solidFill>
                  <a:srgbClr val="A00627"/>
                </a:solidFill>
              </a:rPr>
              <a:t>Indicateurs surveillés </a:t>
            </a:r>
          </a:p>
          <a:p>
            <a:pPr marL="285750" indent="-285750">
              <a:buFont typeface="Arial" panose="020B0604020202020204" pitchFamily="34" charset="0"/>
              <a:buChar char="•"/>
            </a:pPr>
            <a:r>
              <a:rPr lang="fr-FR" dirty="0"/>
              <a:t>EAR (Eye Aspect Ratio) pour les clignements et somnolence</a:t>
            </a:r>
          </a:p>
          <a:p>
            <a:endParaRPr lang="fr-FR" dirty="0"/>
          </a:p>
          <a:p>
            <a:pPr marL="285750" indent="-285750">
              <a:buFont typeface="Arial" panose="020B0604020202020204" pitchFamily="34" charset="0"/>
              <a:buChar char="•"/>
            </a:pPr>
            <a:r>
              <a:rPr lang="fr-FR" dirty="0"/>
              <a:t>MAR (</a:t>
            </a:r>
            <a:r>
              <a:rPr lang="fr-FR" dirty="0" err="1"/>
              <a:t>Mouth</a:t>
            </a:r>
            <a:r>
              <a:rPr lang="fr-FR" dirty="0"/>
              <a:t> Aspect Ratio) pour les bâillements Signal</a:t>
            </a:r>
          </a:p>
          <a:p>
            <a:endParaRPr lang="fr-FR" dirty="0"/>
          </a:p>
          <a:p>
            <a:pPr marL="285750" indent="-285750">
              <a:buFont typeface="Arial" panose="020B0604020202020204" pitchFamily="34" charset="0"/>
              <a:buChar char="•"/>
            </a:pPr>
            <a:r>
              <a:rPr lang="fr-FR" dirty="0"/>
              <a:t>PPG pour le rythme cardiaque</a:t>
            </a:r>
          </a:p>
          <a:p>
            <a:endParaRPr lang="fr-FR" dirty="0"/>
          </a:p>
          <a:p>
            <a:pPr marL="285750" indent="-285750">
              <a:buFont typeface="Arial" panose="020B0604020202020204" pitchFamily="34" charset="0"/>
              <a:buChar char="•"/>
            </a:pPr>
            <a:r>
              <a:rPr lang="fr-FR" dirty="0"/>
              <a:t>Position des mains par rapport au visage</a:t>
            </a:r>
          </a:p>
          <a:p>
            <a:pPr marL="285750" indent="-285750">
              <a:buFont typeface="Arial" panose="020B0604020202020204" pitchFamily="34" charset="0"/>
              <a:buChar char="•"/>
            </a:pPr>
            <a:endParaRPr lang="fr-FR" dirty="0"/>
          </a:p>
        </p:txBody>
      </p:sp>
      <p:sp>
        <p:nvSpPr>
          <p:cNvPr id="3" name="ZoneTexte 2">
            <a:extLst>
              <a:ext uri="{FF2B5EF4-FFF2-40B4-BE49-F238E27FC236}">
                <a16:creationId xmlns:a16="http://schemas.microsoft.com/office/drawing/2014/main" id="{7461E29A-96F1-49BE-A8D0-A38C3A9D9830}"/>
              </a:ext>
            </a:extLst>
          </p:cNvPr>
          <p:cNvSpPr txBox="1"/>
          <p:nvPr/>
        </p:nvSpPr>
        <p:spPr>
          <a:xfrm>
            <a:off x="2203061" y="3989930"/>
            <a:ext cx="2977025" cy="800219"/>
          </a:xfrm>
          <a:prstGeom prst="rect">
            <a:avLst/>
          </a:prstGeom>
          <a:noFill/>
        </p:spPr>
        <p:txBody>
          <a:bodyPr wrap="square" rtlCol="0">
            <a:spAutoFit/>
          </a:bodyPr>
          <a:lstStyle/>
          <a:p>
            <a:r>
              <a:rPr lang="fr-FR" sz="1800" b="1" dirty="0">
                <a:solidFill>
                  <a:srgbClr val="A00627"/>
                </a:solidFill>
              </a:rPr>
              <a:t>Alertes automatiques </a:t>
            </a:r>
            <a:endParaRPr lang="fr-FR" dirty="0">
              <a:solidFill>
                <a:srgbClr val="A00627"/>
              </a:solidFill>
            </a:endParaRPr>
          </a:p>
          <a:p>
            <a:r>
              <a:rPr lang="fr-FR" dirty="0"/>
              <a:t>Envoi immédiat d’alertes visuelles, sonores et vocales</a:t>
            </a:r>
          </a:p>
        </p:txBody>
      </p:sp>
      <p:pic>
        <p:nvPicPr>
          <p:cNvPr id="7" name="Image 6">
            <a:extLst>
              <a:ext uri="{FF2B5EF4-FFF2-40B4-BE49-F238E27FC236}">
                <a16:creationId xmlns:a16="http://schemas.microsoft.com/office/drawing/2014/main" id="{AA3579BE-4F8D-4324-BF2F-C7A62F63A64A}"/>
              </a:ext>
            </a:extLst>
          </p:cNvPr>
          <p:cNvPicPr>
            <a:picLocks noChangeAspect="1"/>
          </p:cNvPicPr>
          <p:nvPr/>
        </p:nvPicPr>
        <p:blipFill rotWithShape="1">
          <a:blip r:embed="rId3">
            <a:biLevel thresh="75000"/>
          </a:blip>
          <a:srcRect t="8439"/>
          <a:stretch/>
        </p:blipFill>
        <p:spPr>
          <a:xfrm>
            <a:off x="5237090" y="2341988"/>
            <a:ext cx="2250401" cy="435551"/>
          </a:xfrm>
          <a:prstGeom prst="rect">
            <a:avLst/>
          </a:prstGeom>
        </p:spPr>
      </p:pic>
      <p:pic>
        <p:nvPicPr>
          <p:cNvPr id="9" name="Image 8">
            <a:extLst>
              <a:ext uri="{FF2B5EF4-FFF2-40B4-BE49-F238E27FC236}">
                <a16:creationId xmlns:a16="http://schemas.microsoft.com/office/drawing/2014/main" id="{54BCC93E-2B55-4D08-974E-B3A1C2902D9A}"/>
              </a:ext>
            </a:extLst>
          </p:cNvPr>
          <p:cNvPicPr>
            <a:picLocks noChangeAspect="1"/>
          </p:cNvPicPr>
          <p:nvPr/>
        </p:nvPicPr>
        <p:blipFill rotWithShape="1">
          <a:blip r:embed="rId4">
            <a:biLevel thresh="75000"/>
          </a:blip>
          <a:srcRect t="11088"/>
          <a:stretch/>
        </p:blipFill>
        <p:spPr>
          <a:xfrm>
            <a:off x="5261180" y="1382611"/>
            <a:ext cx="2316945" cy="435551"/>
          </a:xfrm>
          <a:prstGeom prst="rect">
            <a:avLst/>
          </a:prstGeom>
        </p:spPr>
      </p:pic>
      <p:pic>
        <p:nvPicPr>
          <p:cNvPr id="11" name="Image 10">
            <a:extLst>
              <a:ext uri="{FF2B5EF4-FFF2-40B4-BE49-F238E27FC236}">
                <a16:creationId xmlns:a16="http://schemas.microsoft.com/office/drawing/2014/main" id="{E499E96A-5E69-477A-81C9-5AC46A848EB7}"/>
              </a:ext>
            </a:extLst>
          </p:cNvPr>
          <p:cNvPicPr>
            <a:picLocks noChangeAspect="1"/>
          </p:cNvPicPr>
          <p:nvPr/>
        </p:nvPicPr>
        <p:blipFill rotWithShape="1">
          <a:blip r:embed="rId5">
            <a:biLevel thresh="75000"/>
          </a:blip>
          <a:srcRect l="2797" t="21291" r="1996"/>
          <a:stretch/>
        </p:blipFill>
        <p:spPr>
          <a:xfrm>
            <a:off x="5261180" y="3581059"/>
            <a:ext cx="2470740" cy="303794"/>
          </a:xfrm>
          <a:prstGeom prst="rect">
            <a:avLst/>
          </a:prstGeom>
        </p:spPr>
      </p:pic>
      <p:pic>
        <p:nvPicPr>
          <p:cNvPr id="13" name="Image 12">
            <a:extLst>
              <a:ext uri="{FF2B5EF4-FFF2-40B4-BE49-F238E27FC236}">
                <a16:creationId xmlns:a16="http://schemas.microsoft.com/office/drawing/2014/main" id="{DEA4D09B-82CF-4E55-95BE-12A70830E028}"/>
              </a:ext>
            </a:extLst>
          </p:cNvPr>
          <p:cNvPicPr>
            <a:picLocks noChangeAspect="1"/>
          </p:cNvPicPr>
          <p:nvPr/>
        </p:nvPicPr>
        <p:blipFill rotWithShape="1">
          <a:blip r:embed="rId6">
            <a:biLevel thresh="75000"/>
          </a:blip>
          <a:srcRect t="18356" b="15322"/>
          <a:stretch/>
        </p:blipFill>
        <p:spPr>
          <a:xfrm>
            <a:off x="5237090" y="2952808"/>
            <a:ext cx="2059713" cy="253307"/>
          </a:xfrm>
          <a:prstGeom prst="rect">
            <a:avLst/>
          </a:prstGeom>
        </p:spPr>
      </p:pic>
      <p:pic>
        <p:nvPicPr>
          <p:cNvPr id="5" name="Image 4">
            <a:extLst>
              <a:ext uri="{FF2B5EF4-FFF2-40B4-BE49-F238E27FC236}">
                <a16:creationId xmlns:a16="http://schemas.microsoft.com/office/drawing/2014/main" id="{625DD66B-D540-4278-9191-D55D60847E07}"/>
              </a:ext>
            </a:extLst>
          </p:cNvPr>
          <p:cNvPicPr>
            <a:picLocks noChangeAspect="1"/>
          </p:cNvPicPr>
          <p:nvPr/>
        </p:nvPicPr>
        <p:blipFill rotWithShape="1">
          <a:blip r:embed="rId7"/>
          <a:srcRect l="458" t="-189" r="418" b="1282"/>
          <a:stretch/>
        </p:blipFill>
        <p:spPr>
          <a:xfrm>
            <a:off x="-8381999" y="-17754600"/>
            <a:ext cx="26552768" cy="29032200"/>
          </a:xfrm>
          <a:prstGeom prst="rect">
            <a:avLst/>
          </a:prstGeom>
        </p:spPr>
      </p:pic>
      <p:pic>
        <p:nvPicPr>
          <p:cNvPr id="19" name="Image 18">
            <a:extLst>
              <a:ext uri="{FF2B5EF4-FFF2-40B4-BE49-F238E27FC236}">
                <a16:creationId xmlns:a16="http://schemas.microsoft.com/office/drawing/2014/main" id="{B628F488-7ACC-46B2-9DCC-76D6ADBB58A9}"/>
              </a:ext>
            </a:extLst>
          </p:cNvPr>
          <p:cNvPicPr>
            <a:picLocks noChangeAspect="1"/>
          </p:cNvPicPr>
          <p:nvPr/>
        </p:nvPicPr>
        <p:blipFill rotWithShape="1">
          <a:blip r:embed="rId4">
            <a:biLevel thresh="75000"/>
          </a:blip>
          <a:srcRect t="11088"/>
          <a:stretch/>
        </p:blipFill>
        <p:spPr>
          <a:xfrm>
            <a:off x="0" y="1455"/>
            <a:ext cx="4256823" cy="800219"/>
          </a:xfrm>
          <a:prstGeom prst="rect">
            <a:avLst/>
          </a:prstGeom>
        </p:spPr>
      </p:pic>
      <p:grpSp>
        <p:nvGrpSpPr>
          <p:cNvPr id="20" name="Groupe 19">
            <a:extLst>
              <a:ext uri="{FF2B5EF4-FFF2-40B4-BE49-F238E27FC236}">
                <a16:creationId xmlns:a16="http://schemas.microsoft.com/office/drawing/2014/main" id="{B3F2C19C-B645-47D2-9710-4E7344DCB588}"/>
              </a:ext>
            </a:extLst>
          </p:cNvPr>
          <p:cNvGrpSpPr/>
          <p:nvPr/>
        </p:nvGrpSpPr>
        <p:grpSpPr>
          <a:xfrm>
            <a:off x="1535067" y="2681335"/>
            <a:ext cx="447273" cy="307777"/>
            <a:chOff x="1394206" y="2263972"/>
            <a:chExt cx="447273" cy="307777"/>
          </a:xfrm>
        </p:grpSpPr>
        <p:sp>
          <p:nvSpPr>
            <p:cNvPr id="21" name="ZoneTexte 20">
              <a:extLst>
                <a:ext uri="{FF2B5EF4-FFF2-40B4-BE49-F238E27FC236}">
                  <a16:creationId xmlns:a16="http://schemas.microsoft.com/office/drawing/2014/main" id="{25CC0B1B-172A-4BC0-9A08-A084BD10BE01}"/>
                </a:ext>
              </a:extLst>
            </p:cNvPr>
            <p:cNvSpPr txBox="1"/>
            <p:nvPr/>
          </p:nvSpPr>
          <p:spPr>
            <a:xfrm>
              <a:off x="1394206" y="2263972"/>
              <a:ext cx="447273" cy="307777"/>
            </a:xfrm>
            <a:prstGeom prst="rect">
              <a:avLst/>
            </a:prstGeom>
            <a:noFill/>
          </p:spPr>
          <p:txBody>
            <a:bodyPr wrap="square" rtlCol="0">
              <a:spAutoFit/>
            </a:bodyPr>
            <a:lstStyle/>
            <a:p>
              <a:r>
                <a:rPr lang="en-GB" b="1" dirty="0"/>
                <a:t>Q1</a:t>
              </a:r>
              <a:endParaRPr lang="fr-FR" b="1" dirty="0"/>
            </a:p>
          </p:txBody>
        </p:sp>
        <p:sp>
          <p:nvSpPr>
            <p:cNvPr id="22" name="Ellipse 21">
              <a:extLst>
                <a:ext uri="{FF2B5EF4-FFF2-40B4-BE49-F238E27FC236}">
                  <a16:creationId xmlns:a16="http://schemas.microsoft.com/office/drawing/2014/main" id="{3972D56C-16F8-42F1-ABC4-99ED8D65E55B}"/>
                </a:ext>
              </a:extLst>
            </p:cNvPr>
            <p:cNvSpPr/>
            <p:nvPr/>
          </p:nvSpPr>
          <p:spPr>
            <a:xfrm>
              <a:off x="1560185" y="2268691"/>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 name="Groupe 23">
            <a:extLst>
              <a:ext uri="{FF2B5EF4-FFF2-40B4-BE49-F238E27FC236}">
                <a16:creationId xmlns:a16="http://schemas.microsoft.com/office/drawing/2014/main" id="{C9EE241B-52AD-4269-A98D-C2AA642F8717}"/>
              </a:ext>
            </a:extLst>
          </p:cNvPr>
          <p:cNvGrpSpPr/>
          <p:nvPr/>
        </p:nvGrpSpPr>
        <p:grpSpPr>
          <a:xfrm>
            <a:off x="3996431" y="2291612"/>
            <a:ext cx="487751" cy="347414"/>
            <a:chOff x="2623512" y="1344054"/>
            <a:chExt cx="487751" cy="347414"/>
          </a:xfrm>
        </p:grpSpPr>
        <p:sp>
          <p:nvSpPr>
            <p:cNvPr id="25" name="ZoneTexte 24">
              <a:extLst>
                <a:ext uri="{FF2B5EF4-FFF2-40B4-BE49-F238E27FC236}">
                  <a16:creationId xmlns:a16="http://schemas.microsoft.com/office/drawing/2014/main" id="{361F547F-47B4-462B-81B3-0E53E4DD3B10}"/>
                </a:ext>
              </a:extLst>
            </p:cNvPr>
            <p:cNvSpPr txBox="1"/>
            <p:nvPr/>
          </p:nvSpPr>
          <p:spPr>
            <a:xfrm>
              <a:off x="2623512" y="1344054"/>
              <a:ext cx="487751" cy="307777"/>
            </a:xfrm>
            <a:prstGeom prst="rect">
              <a:avLst/>
            </a:prstGeom>
            <a:noFill/>
          </p:spPr>
          <p:txBody>
            <a:bodyPr wrap="square" rtlCol="0">
              <a:spAutoFit/>
            </a:bodyPr>
            <a:lstStyle/>
            <a:p>
              <a:r>
                <a:rPr lang="en-GB" b="1" dirty="0"/>
                <a:t>Q2</a:t>
              </a:r>
              <a:endParaRPr lang="fr-FR" b="1" dirty="0"/>
            </a:p>
          </p:txBody>
        </p:sp>
        <p:sp>
          <p:nvSpPr>
            <p:cNvPr id="26" name="Ellipse 25">
              <a:extLst>
                <a:ext uri="{FF2B5EF4-FFF2-40B4-BE49-F238E27FC236}">
                  <a16:creationId xmlns:a16="http://schemas.microsoft.com/office/drawing/2014/main" id="{89C527C3-36B7-4853-8A28-A07B8861E163}"/>
                </a:ext>
              </a:extLst>
            </p:cNvPr>
            <p:cNvSpPr/>
            <p:nvPr/>
          </p:nvSpPr>
          <p:spPr>
            <a:xfrm>
              <a:off x="2821049" y="1645749"/>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346C7AD3-9BC3-4497-88F3-408751747229}"/>
              </a:ext>
            </a:extLst>
          </p:cNvPr>
          <p:cNvGrpSpPr/>
          <p:nvPr/>
        </p:nvGrpSpPr>
        <p:grpSpPr>
          <a:xfrm>
            <a:off x="5403072" y="2275421"/>
            <a:ext cx="450928" cy="363339"/>
            <a:chOff x="4220245" y="1294210"/>
            <a:chExt cx="450928" cy="363339"/>
          </a:xfrm>
        </p:grpSpPr>
        <p:sp>
          <p:nvSpPr>
            <p:cNvPr id="28" name="ZoneTexte 27">
              <a:extLst>
                <a:ext uri="{FF2B5EF4-FFF2-40B4-BE49-F238E27FC236}">
                  <a16:creationId xmlns:a16="http://schemas.microsoft.com/office/drawing/2014/main" id="{09E22FDC-49CE-436D-8B07-25E90A8AD85F}"/>
                </a:ext>
              </a:extLst>
            </p:cNvPr>
            <p:cNvSpPr txBox="1"/>
            <p:nvPr/>
          </p:nvSpPr>
          <p:spPr>
            <a:xfrm>
              <a:off x="4220245" y="1294210"/>
              <a:ext cx="450928" cy="307777"/>
            </a:xfrm>
            <a:prstGeom prst="rect">
              <a:avLst/>
            </a:prstGeom>
            <a:noFill/>
          </p:spPr>
          <p:txBody>
            <a:bodyPr wrap="square" rtlCol="0">
              <a:spAutoFit/>
            </a:bodyPr>
            <a:lstStyle/>
            <a:p>
              <a:r>
                <a:rPr lang="en-GB" b="1" dirty="0"/>
                <a:t>Q3</a:t>
              </a:r>
              <a:endParaRPr lang="fr-FR" b="1" dirty="0"/>
            </a:p>
          </p:txBody>
        </p:sp>
        <p:sp>
          <p:nvSpPr>
            <p:cNvPr id="29" name="Ellipse 28">
              <a:extLst>
                <a:ext uri="{FF2B5EF4-FFF2-40B4-BE49-F238E27FC236}">
                  <a16:creationId xmlns:a16="http://schemas.microsoft.com/office/drawing/2014/main" id="{226C0FFF-0DD9-4033-9908-034DF5059FF8}"/>
                </a:ext>
              </a:extLst>
            </p:cNvPr>
            <p:cNvSpPr/>
            <p:nvPr/>
          </p:nvSpPr>
          <p:spPr>
            <a:xfrm>
              <a:off x="4397365" y="161183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9">
            <a:extLst>
              <a:ext uri="{FF2B5EF4-FFF2-40B4-BE49-F238E27FC236}">
                <a16:creationId xmlns:a16="http://schemas.microsoft.com/office/drawing/2014/main" id="{5821F2DC-2CC5-41C9-A340-188EBCA96E26}"/>
              </a:ext>
            </a:extLst>
          </p:cNvPr>
          <p:cNvGrpSpPr/>
          <p:nvPr/>
        </p:nvGrpSpPr>
        <p:grpSpPr>
          <a:xfrm>
            <a:off x="5435661" y="2696546"/>
            <a:ext cx="467285" cy="445262"/>
            <a:chOff x="4239834" y="3023962"/>
            <a:chExt cx="467285" cy="445262"/>
          </a:xfrm>
        </p:grpSpPr>
        <p:sp>
          <p:nvSpPr>
            <p:cNvPr id="31" name="ZoneTexte 30">
              <a:extLst>
                <a:ext uri="{FF2B5EF4-FFF2-40B4-BE49-F238E27FC236}">
                  <a16:creationId xmlns:a16="http://schemas.microsoft.com/office/drawing/2014/main" id="{3828F57B-00C1-4B5E-BA4F-2E72EFAC34A4}"/>
                </a:ext>
              </a:extLst>
            </p:cNvPr>
            <p:cNvSpPr txBox="1"/>
            <p:nvPr/>
          </p:nvSpPr>
          <p:spPr>
            <a:xfrm>
              <a:off x="4239834" y="3161447"/>
              <a:ext cx="467285" cy="307777"/>
            </a:xfrm>
            <a:prstGeom prst="rect">
              <a:avLst/>
            </a:prstGeom>
            <a:noFill/>
          </p:spPr>
          <p:txBody>
            <a:bodyPr wrap="square" rtlCol="0">
              <a:spAutoFit/>
            </a:bodyPr>
            <a:lstStyle/>
            <a:p>
              <a:r>
                <a:rPr lang="en-GB" b="1" dirty="0"/>
                <a:t>Q5</a:t>
              </a:r>
              <a:endParaRPr lang="fr-FR" b="1" dirty="0"/>
            </a:p>
          </p:txBody>
        </p:sp>
        <p:sp>
          <p:nvSpPr>
            <p:cNvPr id="32" name="Ellipse 31">
              <a:extLst>
                <a:ext uri="{FF2B5EF4-FFF2-40B4-BE49-F238E27FC236}">
                  <a16:creationId xmlns:a16="http://schemas.microsoft.com/office/drawing/2014/main" id="{7AD85E08-7C44-4589-96A2-64DC600EB02A}"/>
                </a:ext>
              </a:extLst>
            </p:cNvPr>
            <p:cNvSpPr/>
            <p:nvPr/>
          </p:nvSpPr>
          <p:spPr>
            <a:xfrm>
              <a:off x="4403285" y="302396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3" name="Groupe 32">
            <a:extLst>
              <a:ext uri="{FF2B5EF4-FFF2-40B4-BE49-F238E27FC236}">
                <a16:creationId xmlns:a16="http://schemas.microsoft.com/office/drawing/2014/main" id="{807611A9-9AF3-4364-869C-F9B426B16916}"/>
              </a:ext>
            </a:extLst>
          </p:cNvPr>
          <p:cNvGrpSpPr/>
          <p:nvPr/>
        </p:nvGrpSpPr>
        <p:grpSpPr>
          <a:xfrm>
            <a:off x="3982108" y="2705805"/>
            <a:ext cx="502074" cy="436003"/>
            <a:chOff x="2675062" y="2915792"/>
            <a:chExt cx="502074" cy="436003"/>
          </a:xfrm>
        </p:grpSpPr>
        <p:sp>
          <p:nvSpPr>
            <p:cNvPr id="34" name="ZoneTexte 33">
              <a:extLst>
                <a:ext uri="{FF2B5EF4-FFF2-40B4-BE49-F238E27FC236}">
                  <a16:creationId xmlns:a16="http://schemas.microsoft.com/office/drawing/2014/main" id="{09B43C4A-FA67-4DE3-BFC9-F2D2C7D143FA}"/>
                </a:ext>
              </a:extLst>
            </p:cNvPr>
            <p:cNvSpPr txBox="1"/>
            <p:nvPr/>
          </p:nvSpPr>
          <p:spPr>
            <a:xfrm>
              <a:off x="2675062" y="3044018"/>
              <a:ext cx="502074" cy="307777"/>
            </a:xfrm>
            <a:prstGeom prst="rect">
              <a:avLst/>
            </a:prstGeom>
            <a:noFill/>
          </p:spPr>
          <p:txBody>
            <a:bodyPr wrap="square" rtlCol="0">
              <a:spAutoFit/>
            </a:bodyPr>
            <a:lstStyle/>
            <a:p>
              <a:r>
                <a:rPr lang="en-GB" b="1" dirty="0"/>
                <a:t>Q6</a:t>
              </a:r>
              <a:endParaRPr lang="fr-FR" b="1" dirty="0"/>
            </a:p>
          </p:txBody>
        </p:sp>
        <p:sp>
          <p:nvSpPr>
            <p:cNvPr id="44" name="Ellipse 43">
              <a:extLst>
                <a:ext uri="{FF2B5EF4-FFF2-40B4-BE49-F238E27FC236}">
                  <a16:creationId xmlns:a16="http://schemas.microsoft.com/office/drawing/2014/main" id="{C168E1BF-A053-440B-86DC-E000416F4C04}"/>
                </a:ext>
              </a:extLst>
            </p:cNvPr>
            <p:cNvSpPr/>
            <p:nvPr/>
          </p:nvSpPr>
          <p:spPr>
            <a:xfrm>
              <a:off x="2830185" y="2915792"/>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cxnSp>
        <p:nvCxnSpPr>
          <p:cNvPr id="45" name="Connecteur droit avec flèche 44">
            <a:extLst>
              <a:ext uri="{FF2B5EF4-FFF2-40B4-BE49-F238E27FC236}">
                <a16:creationId xmlns:a16="http://schemas.microsoft.com/office/drawing/2014/main" id="{4BF0F074-968F-4407-9AAF-84AACBC7C0ED}"/>
              </a:ext>
            </a:extLst>
          </p:cNvPr>
          <p:cNvCxnSpPr>
            <a:cxnSpLocks/>
          </p:cNvCxnSpPr>
          <p:nvPr/>
        </p:nvCxnSpPr>
        <p:spPr>
          <a:xfrm flipH="1">
            <a:off x="1744236" y="2653168"/>
            <a:ext cx="6351214" cy="48357"/>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sp>
        <p:nvSpPr>
          <p:cNvPr id="48" name="Ellipse 47">
            <a:extLst>
              <a:ext uri="{FF2B5EF4-FFF2-40B4-BE49-F238E27FC236}">
                <a16:creationId xmlns:a16="http://schemas.microsoft.com/office/drawing/2014/main" id="{79843CB3-20C4-4F18-BF23-83A9B6CF413C}"/>
              </a:ext>
            </a:extLst>
          </p:cNvPr>
          <p:cNvSpPr/>
          <p:nvPr/>
        </p:nvSpPr>
        <p:spPr>
          <a:xfrm>
            <a:off x="8053603" y="2673480"/>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ZoneTexte 48">
            <a:extLst>
              <a:ext uri="{FF2B5EF4-FFF2-40B4-BE49-F238E27FC236}">
                <a16:creationId xmlns:a16="http://schemas.microsoft.com/office/drawing/2014/main" id="{46A14472-10B7-4F96-BDFC-5A93A1789D1C}"/>
              </a:ext>
            </a:extLst>
          </p:cNvPr>
          <p:cNvSpPr txBox="1"/>
          <p:nvPr/>
        </p:nvSpPr>
        <p:spPr>
          <a:xfrm>
            <a:off x="8134116" y="2565311"/>
            <a:ext cx="467285" cy="307777"/>
          </a:xfrm>
          <a:prstGeom prst="rect">
            <a:avLst/>
          </a:prstGeom>
          <a:noFill/>
        </p:spPr>
        <p:txBody>
          <a:bodyPr wrap="square" rtlCol="0">
            <a:spAutoFit/>
          </a:bodyPr>
          <a:lstStyle/>
          <a:p>
            <a:r>
              <a:rPr lang="en-GB" b="1" dirty="0"/>
              <a:t>Q4</a:t>
            </a:r>
            <a:endParaRPr lang="fr-FR" b="1" dirty="0"/>
          </a:p>
        </p:txBody>
      </p:sp>
      <p:pic>
        <p:nvPicPr>
          <p:cNvPr id="6" name="Image 5">
            <a:extLst>
              <a:ext uri="{FF2B5EF4-FFF2-40B4-BE49-F238E27FC236}">
                <a16:creationId xmlns:a16="http://schemas.microsoft.com/office/drawing/2014/main" id="{B0A43FEE-7A9D-44AB-A1E2-FD87BC71072B}"/>
              </a:ext>
            </a:extLst>
          </p:cNvPr>
          <p:cNvPicPr>
            <a:picLocks noChangeAspect="1"/>
          </p:cNvPicPr>
          <p:nvPr/>
        </p:nvPicPr>
        <p:blipFill>
          <a:blip r:embed="rId8"/>
          <a:stretch>
            <a:fillRect/>
          </a:stretch>
        </p:blipFill>
        <p:spPr>
          <a:xfrm>
            <a:off x="0" y="4754698"/>
            <a:ext cx="5062314" cy="387347"/>
          </a:xfrm>
          <a:prstGeom prst="rect">
            <a:avLst/>
          </a:prstGeom>
        </p:spPr>
      </p:pic>
      <p:pic>
        <p:nvPicPr>
          <p:cNvPr id="46" name="Image 45">
            <a:extLst>
              <a:ext uri="{FF2B5EF4-FFF2-40B4-BE49-F238E27FC236}">
                <a16:creationId xmlns:a16="http://schemas.microsoft.com/office/drawing/2014/main" id="{3E95D61B-FB93-4E9B-A931-5874F18EE6DC}"/>
              </a:ext>
            </a:extLst>
          </p:cNvPr>
          <p:cNvPicPr/>
          <p:nvPr/>
        </p:nvPicPr>
        <p:blipFill>
          <a:blip r:embed="rId9">
            <a:extLst>
              <a:ext uri="{28A0092B-C50C-407E-A947-70E740481C1C}">
                <a14:useLocalDpi xmlns:a14="http://schemas.microsoft.com/office/drawing/2010/main" val="0"/>
              </a:ext>
            </a:extLst>
          </a:blip>
          <a:srcRect/>
          <a:stretch>
            <a:fillRect/>
          </a:stretch>
        </p:blipFill>
        <p:spPr bwMode="auto">
          <a:xfrm>
            <a:off x="11838396" y="714959"/>
            <a:ext cx="3335867" cy="2949364"/>
          </a:xfrm>
          <a:prstGeom prst="rect">
            <a:avLst/>
          </a:prstGeom>
          <a:noFill/>
          <a:ln>
            <a:noFill/>
          </a:ln>
        </p:spPr>
      </p:pic>
      <p:pic>
        <p:nvPicPr>
          <p:cNvPr id="12" name="Image 11">
            <a:extLst>
              <a:ext uri="{FF2B5EF4-FFF2-40B4-BE49-F238E27FC236}">
                <a16:creationId xmlns:a16="http://schemas.microsoft.com/office/drawing/2014/main" id="{9E8544FE-4BEC-4366-9715-FFDBFDE5ED5C}"/>
              </a:ext>
            </a:extLst>
          </p:cNvPr>
          <p:cNvPicPr>
            <a:picLocks noChangeAspect="1"/>
          </p:cNvPicPr>
          <p:nvPr/>
        </p:nvPicPr>
        <p:blipFill rotWithShape="1">
          <a:blip r:embed="rId10"/>
          <a:srcRect l="9774" t="33692" r="6976" b="22468"/>
          <a:stretch/>
        </p:blipFill>
        <p:spPr>
          <a:xfrm>
            <a:off x="0" y="3550503"/>
            <a:ext cx="7612429" cy="1204629"/>
          </a:xfrm>
          <a:prstGeom prst="rect">
            <a:avLst/>
          </a:prstGeom>
        </p:spPr>
      </p:pic>
    </p:spTree>
    <p:extLst>
      <p:ext uri="{BB962C8B-B14F-4D97-AF65-F5344CB8AC3E}">
        <p14:creationId xmlns:p14="http://schemas.microsoft.com/office/powerpoint/2010/main" val="822267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4" name="Rectangle 3">
            <a:extLst>
              <a:ext uri="{FF2B5EF4-FFF2-40B4-BE49-F238E27FC236}">
                <a16:creationId xmlns:a16="http://schemas.microsoft.com/office/drawing/2014/main" id="{FB802FD6-DEAB-4FC2-AE04-6F19D8AC0C2D}"/>
              </a:ext>
            </a:extLst>
          </p:cNvPr>
          <p:cNvSpPr/>
          <p:nvPr/>
        </p:nvSpPr>
        <p:spPr>
          <a:xfrm>
            <a:off x="0" y="0"/>
            <a:ext cx="9144000" cy="5143499"/>
          </a:xfrm>
          <a:prstGeom prst="rect">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Image 45">
            <a:extLst>
              <a:ext uri="{FF2B5EF4-FFF2-40B4-BE49-F238E27FC236}">
                <a16:creationId xmlns:a16="http://schemas.microsoft.com/office/drawing/2014/main" id="{EDC24674-BC74-4273-A4E7-4A509739A2DB}"/>
              </a:ext>
            </a:extLst>
          </p:cNvPr>
          <p:cNvPicPr>
            <a:picLocks noChangeAspect="1"/>
          </p:cNvPicPr>
          <p:nvPr/>
        </p:nvPicPr>
        <p:blipFill>
          <a:blip r:embed="rId3"/>
          <a:stretch>
            <a:fillRect/>
          </a:stretch>
        </p:blipFill>
        <p:spPr>
          <a:xfrm>
            <a:off x="-101598" y="-1469812"/>
            <a:ext cx="7802878" cy="7802878"/>
          </a:xfrm>
          <a:prstGeom prst="rect">
            <a:avLst/>
          </a:prstGeom>
        </p:spPr>
      </p:pic>
      <p:pic>
        <p:nvPicPr>
          <p:cNvPr id="47" name="Image 46">
            <a:extLst>
              <a:ext uri="{FF2B5EF4-FFF2-40B4-BE49-F238E27FC236}">
                <a16:creationId xmlns:a16="http://schemas.microsoft.com/office/drawing/2014/main" id="{CF70D037-EF09-4B88-8F7C-563B6B997D8A}"/>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033346" y="731943"/>
            <a:ext cx="3335867" cy="2949364"/>
          </a:xfrm>
          <a:prstGeom prst="rect">
            <a:avLst/>
          </a:prstGeom>
          <a:noFill/>
          <a:ln>
            <a:noFill/>
          </a:ln>
        </p:spPr>
      </p:pic>
      <p:sp>
        <p:nvSpPr>
          <p:cNvPr id="50" name="Ellipse 49">
            <a:extLst>
              <a:ext uri="{FF2B5EF4-FFF2-40B4-BE49-F238E27FC236}">
                <a16:creationId xmlns:a16="http://schemas.microsoft.com/office/drawing/2014/main" id="{F91ABEF8-1B72-45E0-830B-159B54BB5A52}"/>
              </a:ext>
            </a:extLst>
          </p:cNvPr>
          <p:cNvSpPr/>
          <p:nvPr/>
        </p:nvSpPr>
        <p:spPr>
          <a:xfrm>
            <a:off x="3775477" y="2657059"/>
            <a:ext cx="45719"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A3D9EAB1-1D04-407A-BA16-67B6AB953187}"/>
              </a:ext>
            </a:extLst>
          </p:cNvPr>
          <p:cNvSpPr txBox="1"/>
          <p:nvPr/>
        </p:nvSpPr>
        <p:spPr>
          <a:xfrm>
            <a:off x="3692692" y="2410678"/>
            <a:ext cx="104140" cy="307777"/>
          </a:xfrm>
          <a:prstGeom prst="rect">
            <a:avLst/>
          </a:prstGeom>
          <a:noFill/>
        </p:spPr>
        <p:txBody>
          <a:bodyPr wrap="square" rtlCol="0">
            <a:spAutoFit/>
          </a:bodyPr>
          <a:lstStyle/>
          <a:p>
            <a:r>
              <a:rPr lang="en-GB" dirty="0"/>
              <a:t>1</a:t>
            </a:r>
            <a:endParaRPr lang="fr-FR" dirty="0"/>
          </a:p>
        </p:txBody>
      </p:sp>
      <p:cxnSp>
        <p:nvCxnSpPr>
          <p:cNvPr id="52" name="Connecteur droit avec flèche 51">
            <a:extLst>
              <a:ext uri="{FF2B5EF4-FFF2-40B4-BE49-F238E27FC236}">
                <a16:creationId xmlns:a16="http://schemas.microsoft.com/office/drawing/2014/main" id="{90B230F7-EA9C-4E32-AE04-5625EEDCA12C}"/>
              </a:ext>
            </a:extLst>
          </p:cNvPr>
          <p:cNvCxnSpPr>
            <a:cxnSpLocks/>
          </p:cNvCxnSpPr>
          <p:nvPr/>
        </p:nvCxnSpPr>
        <p:spPr>
          <a:xfrm flipH="1" flipV="1">
            <a:off x="3821196" y="2679919"/>
            <a:ext cx="3819124" cy="903174"/>
          </a:xfrm>
          <a:prstGeom prst="straightConnector1">
            <a:avLst/>
          </a:prstGeom>
          <a:ln>
            <a:solidFill>
              <a:srgbClr val="FF0000"/>
            </a:solidFill>
            <a:headEnd type="triangle"/>
            <a:tailEnd type="triangle"/>
          </a:ln>
        </p:spPr>
        <p:style>
          <a:lnRef idx="3">
            <a:schemeClr val="dk1"/>
          </a:lnRef>
          <a:fillRef idx="0">
            <a:schemeClr val="dk1"/>
          </a:fillRef>
          <a:effectRef idx="2">
            <a:schemeClr val="dk1"/>
          </a:effectRef>
          <a:fontRef idx="minor">
            <a:schemeClr val="tx1"/>
          </a:fontRef>
        </p:style>
      </p:cxnSp>
      <p:pic>
        <p:nvPicPr>
          <p:cNvPr id="9" name="Image 8">
            <a:extLst>
              <a:ext uri="{FF2B5EF4-FFF2-40B4-BE49-F238E27FC236}">
                <a16:creationId xmlns:a16="http://schemas.microsoft.com/office/drawing/2014/main" id="{B4E71AD7-D8B3-4279-B57F-601F5603C713}"/>
              </a:ext>
            </a:extLst>
          </p:cNvPr>
          <p:cNvPicPr>
            <a:picLocks noChangeAspect="1"/>
          </p:cNvPicPr>
          <p:nvPr/>
        </p:nvPicPr>
        <p:blipFill rotWithShape="1">
          <a:blip r:embed="rId5">
            <a:biLevel thresh="75000"/>
          </a:blip>
          <a:srcRect l="2797" t="21291" r="1996"/>
          <a:stretch/>
        </p:blipFill>
        <p:spPr>
          <a:xfrm>
            <a:off x="0" y="216338"/>
            <a:ext cx="4482074" cy="551101"/>
          </a:xfrm>
          <a:prstGeom prst="rect">
            <a:avLst/>
          </a:prstGeom>
        </p:spPr>
      </p:pic>
      <p:pic>
        <p:nvPicPr>
          <p:cNvPr id="3" name="Image 2">
            <a:extLst>
              <a:ext uri="{FF2B5EF4-FFF2-40B4-BE49-F238E27FC236}">
                <a16:creationId xmlns:a16="http://schemas.microsoft.com/office/drawing/2014/main" id="{3FB226E0-604B-4EFE-9326-A8AE8D23F4C0}"/>
              </a:ext>
            </a:extLst>
          </p:cNvPr>
          <p:cNvPicPr>
            <a:picLocks noChangeAspect="1"/>
          </p:cNvPicPr>
          <p:nvPr/>
        </p:nvPicPr>
        <p:blipFill rotWithShape="1">
          <a:blip r:embed="rId6"/>
          <a:srcRect l="10886" t="43058" r="8101" b="25156"/>
          <a:stretch/>
        </p:blipFill>
        <p:spPr>
          <a:xfrm>
            <a:off x="868101" y="4379569"/>
            <a:ext cx="7407798" cy="737636"/>
          </a:xfrm>
          <a:prstGeom prst="rect">
            <a:avLst/>
          </a:prstGeom>
        </p:spPr>
      </p:pic>
    </p:spTree>
    <p:extLst>
      <p:ext uri="{BB962C8B-B14F-4D97-AF65-F5344CB8AC3E}">
        <p14:creationId xmlns:p14="http://schemas.microsoft.com/office/powerpoint/2010/main" val="2566117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3" name="ZoneTexte 22">
            <a:extLst>
              <a:ext uri="{FF2B5EF4-FFF2-40B4-BE49-F238E27FC236}">
                <a16:creationId xmlns:a16="http://schemas.microsoft.com/office/drawing/2014/main" id="{9821930F-7910-4528-B71E-EB3E35973F9C}"/>
              </a:ext>
            </a:extLst>
          </p:cNvPr>
          <p:cNvSpPr txBox="1"/>
          <p:nvPr/>
        </p:nvSpPr>
        <p:spPr>
          <a:xfrm>
            <a:off x="2203061" y="261397"/>
            <a:ext cx="6302986" cy="800219"/>
          </a:xfrm>
          <a:prstGeom prst="rect">
            <a:avLst/>
          </a:prstGeom>
          <a:noFill/>
        </p:spPr>
        <p:txBody>
          <a:bodyPr wrap="square" rtlCol="0">
            <a:spAutoFit/>
          </a:bodyPr>
          <a:lstStyle/>
          <a:p>
            <a:r>
              <a:rPr lang="fr-FR" sz="1800" b="1" dirty="0">
                <a:solidFill>
                  <a:srgbClr val="A00627"/>
                </a:solidFill>
              </a:rPr>
              <a:t>Détection en temps réel </a:t>
            </a:r>
            <a:endParaRPr lang="fr-FR" dirty="0">
              <a:solidFill>
                <a:srgbClr val="A00627"/>
              </a:solidFill>
            </a:endParaRPr>
          </a:p>
          <a:p>
            <a:r>
              <a:rPr lang="fr-FR" dirty="0"/>
              <a:t>Identifier les premiers signaux de fatigue avant que la situation ne devienne critique</a:t>
            </a:r>
          </a:p>
        </p:txBody>
      </p:sp>
      <p:grpSp>
        <p:nvGrpSpPr>
          <p:cNvPr id="35" name="Groupe 34">
            <a:extLst>
              <a:ext uri="{FF2B5EF4-FFF2-40B4-BE49-F238E27FC236}">
                <a16:creationId xmlns:a16="http://schemas.microsoft.com/office/drawing/2014/main" id="{C3204A31-E83B-4BE6-8735-EFC133E59A28}"/>
              </a:ext>
            </a:extLst>
          </p:cNvPr>
          <p:cNvGrpSpPr/>
          <p:nvPr/>
        </p:nvGrpSpPr>
        <p:grpSpPr>
          <a:xfrm>
            <a:off x="176039" y="1753843"/>
            <a:ext cx="1444279" cy="1635813"/>
            <a:chOff x="0" y="1474612"/>
            <a:chExt cx="1805234" cy="2052696"/>
          </a:xfrm>
        </p:grpSpPr>
        <p:grpSp>
          <p:nvGrpSpPr>
            <p:cNvPr id="36" name="Group 6">
              <a:extLst>
                <a:ext uri="{FF2B5EF4-FFF2-40B4-BE49-F238E27FC236}">
                  <a16:creationId xmlns:a16="http://schemas.microsoft.com/office/drawing/2014/main" id="{5CFBA8A6-3378-4A0C-8806-8849D0FFF58C}"/>
                </a:ext>
              </a:extLst>
            </p:cNvPr>
            <p:cNvGrpSpPr/>
            <p:nvPr/>
          </p:nvGrpSpPr>
          <p:grpSpPr>
            <a:xfrm>
              <a:off x="0" y="1474612"/>
              <a:ext cx="1805234" cy="1392885"/>
              <a:chOff x="1009650" y="2102584"/>
              <a:chExt cx="3678465" cy="2838234"/>
            </a:xfrm>
            <a:solidFill>
              <a:schemeClr val="accent1"/>
            </a:solidFill>
          </p:grpSpPr>
          <p:sp>
            <p:nvSpPr>
              <p:cNvPr id="39" name="Block Arc 3">
                <a:extLst>
                  <a:ext uri="{FF2B5EF4-FFF2-40B4-BE49-F238E27FC236}">
                    <a16:creationId xmlns:a16="http://schemas.microsoft.com/office/drawing/2014/main" id="{9CE26B3F-48A3-41B2-9C41-AAA7DB354294}"/>
                  </a:ext>
                </a:extLst>
              </p:cNvPr>
              <p:cNvSpPr/>
              <p:nvPr/>
            </p:nvSpPr>
            <p:spPr>
              <a:xfrm>
                <a:off x="1009650" y="2102584"/>
                <a:ext cx="2838234" cy="2838234"/>
              </a:xfrm>
              <a:prstGeom prst="blockArc">
                <a:avLst>
                  <a:gd name="adj1" fmla="val 21570102"/>
                  <a:gd name="adj2" fmla="val 17581411"/>
                  <a:gd name="adj3" fmla="val 10584"/>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40" name="Arrow: Right 5">
                <a:extLst>
                  <a:ext uri="{FF2B5EF4-FFF2-40B4-BE49-F238E27FC236}">
                    <a16:creationId xmlns:a16="http://schemas.microsoft.com/office/drawing/2014/main" id="{F2C2B67E-39FF-47A7-B67D-7759D2C8BDD0}"/>
                  </a:ext>
                </a:extLst>
              </p:cNvPr>
              <p:cNvSpPr/>
              <p:nvPr/>
            </p:nvSpPr>
            <p:spPr>
              <a:xfrm>
                <a:off x="3541485" y="3216902"/>
                <a:ext cx="1146630" cy="609600"/>
              </a:xfrm>
              <a:prstGeom prst="rightArrow">
                <a:avLst>
                  <a:gd name="adj1" fmla="val 50000"/>
                  <a:gd name="adj2" fmla="val 73810"/>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37" name="TextBox 18">
              <a:extLst>
                <a:ext uri="{FF2B5EF4-FFF2-40B4-BE49-F238E27FC236}">
                  <a16:creationId xmlns:a16="http://schemas.microsoft.com/office/drawing/2014/main" id="{93100744-607C-4238-9C55-1631F05CED7B}"/>
                </a:ext>
              </a:extLst>
            </p:cNvPr>
            <p:cNvSpPr txBox="1"/>
            <p:nvPr/>
          </p:nvSpPr>
          <p:spPr>
            <a:xfrm>
              <a:off x="12884" y="1540788"/>
              <a:ext cx="1325966" cy="1274502"/>
            </a:xfrm>
            <a:prstGeom prst="rect">
              <a:avLst/>
            </a:prstGeom>
            <a:noFill/>
          </p:spPr>
          <p:txBody>
            <a:bodyPr wrap="square" rtlCol="0">
              <a:spAutoFit/>
            </a:bodyPr>
            <a:lstStyle/>
            <a:p>
              <a:pPr algn="ctr" defTabSz="685800">
                <a:buClrTx/>
                <a:defRPr/>
              </a:pPr>
              <a:r>
                <a:rPr lang="en-GB" sz="6000" b="1" kern="1200" dirty="0">
                  <a:solidFill>
                    <a:srgbClr val="A00627"/>
                  </a:solidFill>
                  <a:latin typeface="Open Sans" panose="020B0606030504020204" pitchFamily="34" charset="0"/>
                  <a:ea typeface="Noto Sans" panose="020B0502040504020204" pitchFamily="34"/>
                  <a:cs typeface="Noto Sans" panose="020B0502040504020204" pitchFamily="34"/>
                </a:rPr>
                <a:t>3</a:t>
              </a:r>
              <a:endParaRPr lang="en-GB" sz="6000" b="1" kern="1200" dirty="0">
                <a:solidFill>
                  <a:srgbClr val="A00627"/>
                </a:solidFill>
                <a:latin typeface="Noto Sans" panose="020B0502040504020204" pitchFamily="34"/>
                <a:ea typeface="Noto Sans" panose="020B0502040504020204" pitchFamily="34"/>
                <a:cs typeface="Noto Sans" panose="020B0502040504020204" pitchFamily="34"/>
              </a:endParaRPr>
            </a:p>
          </p:txBody>
        </p:sp>
        <p:sp>
          <p:nvSpPr>
            <p:cNvPr id="38" name="TextBox 28" descr="Introduction&#10;">
              <a:extLst>
                <a:ext uri="{FF2B5EF4-FFF2-40B4-BE49-F238E27FC236}">
                  <a16:creationId xmlns:a16="http://schemas.microsoft.com/office/drawing/2014/main" id="{187E3668-7316-49CC-BD87-5FBA01D34D10}"/>
                </a:ext>
                <a:ext uri="{C183D7F6-B498-43B3-948B-1728B52AA6E4}">
                  <adec:decorative xmlns:adec="http://schemas.microsoft.com/office/drawing/2017/decorative" val="0"/>
                </a:ext>
              </a:extLst>
            </p:cNvPr>
            <p:cNvSpPr txBox="1"/>
            <p:nvPr/>
          </p:nvSpPr>
          <p:spPr>
            <a:xfrm>
              <a:off x="28728" y="3102474"/>
              <a:ext cx="1776506"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État de </a:t>
              </a:r>
              <a:r>
                <a:rPr lang="en-GB" sz="1600" b="1" kern="1200" dirty="0" err="1">
                  <a:latin typeface="Noto Sans" panose="020B0502040504020204" pitchFamily="34"/>
                  <a:ea typeface="Noto Sans" panose="020B0502040504020204" pitchFamily="34"/>
                  <a:cs typeface="Noto Sans" panose="020B0502040504020204" pitchFamily="34"/>
                </a:rPr>
                <a:t>l’Art</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41" name="Shape 3">
            <a:extLst>
              <a:ext uri="{FF2B5EF4-FFF2-40B4-BE49-F238E27FC236}">
                <a16:creationId xmlns:a16="http://schemas.microsoft.com/office/drawing/2014/main" id="{F6B98F88-058E-4C8E-BE56-68A465587896}"/>
              </a:ext>
            </a:extLst>
          </p:cNvPr>
          <p:cNvSpPr/>
          <p:nvPr/>
        </p:nvSpPr>
        <p:spPr>
          <a:xfrm>
            <a:off x="1861042" y="327405"/>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2" name="Shape 3">
            <a:extLst>
              <a:ext uri="{FF2B5EF4-FFF2-40B4-BE49-F238E27FC236}">
                <a16:creationId xmlns:a16="http://schemas.microsoft.com/office/drawing/2014/main" id="{145B7E20-18B8-4FDA-874E-F119AF2576FF}"/>
              </a:ext>
            </a:extLst>
          </p:cNvPr>
          <p:cNvSpPr/>
          <p:nvPr/>
        </p:nvSpPr>
        <p:spPr>
          <a:xfrm>
            <a:off x="1861042" y="4259387"/>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43" name="Shape 3">
            <a:extLst>
              <a:ext uri="{FF2B5EF4-FFF2-40B4-BE49-F238E27FC236}">
                <a16:creationId xmlns:a16="http://schemas.microsoft.com/office/drawing/2014/main" id="{F8E15BC0-E1DD-4086-A01B-CB1183CB6037}"/>
              </a:ext>
            </a:extLst>
          </p:cNvPr>
          <p:cNvSpPr/>
          <p:nvPr/>
        </p:nvSpPr>
        <p:spPr>
          <a:xfrm>
            <a:off x="1842418" y="1016996"/>
            <a:ext cx="350306" cy="287493"/>
          </a:xfrm>
          <a:prstGeom prst="roundRect">
            <a:avLst>
              <a:gd name="adj" fmla="val 18669"/>
            </a:avLst>
          </a:prstGeom>
          <a:solidFill>
            <a:srgbClr val="A00627"/>
          </a:solidFill>
          <a:ln w="7620">
            <a:solidFill>
              <a:srgbClr val="571022"/>
            </a:solidFill>
            <a:prstDash val="solid"/>
          </a:ln>
        </p:spPr>
        <p:txBody>
          <a:bodyPr/>
          <a:lstStyle/>
          <a:p>
            <a:endParaRPr lang="en-US" dirty="0"/>
          </a:p>
        </p:txBody>
      </p:sp>
      <p:sp>
        <p:nvSpPr>
          <p:cNvPr id="2" name="ZoneTexte 1">
            <a:extLst>
              <a:ext uri="{FF2B5EF4-FFF2-40B4-BE49-F238E27FC236}">
                <a16:creationId xmlns:a16="http://schemas.microsoft.com/office/drawing/2014/main" id="{F9878F9B-AC6A-4415-8BF4-1BFC61D38B18}"/>
              </a:ext>
            </a:extLst>
          </p:cNvPr>
          <p:cNvSpPr txBox="1"/>
          <p:nvPr/>
        </p:nvSpPr>
        <p:spPr>
          <a:xfrm>
            <a:off x="2192724" y="1016996"/>
            <a:ext cx="2714734" cy="2954655"/>
          </a:xfrm>
          <a:prstGeom prst="rect">
            <a:avLst/>
          </a:prstGeom>
          <a:noFill/>
        </p:spPr>
        <p:txBody>
          <a:bodyPr wrap="square" rtlCol="0">
            <a:spAutoFit/>
          </a:bodyPr>
          <a:lstStyle/>
          <a:p>
            <a:r>
              <a:rPr lang="fr-FR" sz="1800" b="1" dirty="0">
                <a:solidFill>
                  <a:srgbClr val="A00627"/>
                </a:solidFill>
              </a:rPr>
              <a:t>Indicateurs surveillés </a:t>
            </a:r>
          </a:p>
          <a:p>
            <a:pPr marL="285750" indent="-285750">
              <a:buFont typeface="Arial" panose="020B0604020202020204" pitchFamily="34" charset="0"/>
              <a:buChar char="•"/>
            </a:pPr>
            <a:r>
              <a:rPr lang="fr-FR" dirty="0"/>
              <a:t>EAR (Eye Aspect Ratio) pour les clignements et somnolence</a:t>
            </a:r>
          </a:p>
          <a:p>
            <a:endParaRPr lang="fr-FR" dirty="0"/>
          </a:p>
          <a:p>
            <a:pPr marL="285750" indent="-285750">
              <a:buFont typeface="Arial" panose="020B0604020202020204" pitchFamily="34" charset="0"/>
              <a:buChar char="•"/>
            </a:pPr>
            <a:r>
              <a:rPr lang="fr-FR" dirty="0"/>
              <a:t>MAR (</a:t>
            </a:r>
            <a:r>
              <a:rPr lang="fr-FR" dirty="0" err="1"/>
              <a:t>Mouth</a:t>
            </a:r>
            <a:r>
              <a:rPr lang="fr-FR" dirty="0"/>
              <a:t> Aspect Ratio) pour les bâillements Signal</a:t>
            </a:r>
          </a:p>
          <a:p>
            <a:endParaRPr lang="fr-FR" dirty="0"/>
          </a:p>
          <a:p>
            <a:pPr marL="285750" indent="-285750">
              <a:buFont typeface="Arial" panose="020B0604020202020204" pitchFamily="34" charset="0"/>
              <a:buChar char="•"/>
            </a:pPr>
            <a:r>
              <a:rPr lang="fr-FR" dirty="0"/>
              <a:t>Position des mains par rapport au visage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BPM pour le rythme cardiaque</a:t>
            </a:r>
          </a:p>
        </p:txBody>
      </p:sp>
      <p:sp>
        <p:nvSpPr>
          <p:cNvPr id="3" name="ZoneTexte 2">
            <a:extLst>
              <a:ext uri="{FF2B5EF4-FFF2-40B4-BE49-F238E27FC236}">
                <a16:creationId xmlns:a16="http://schemas.microsoft.com/office/drawing/2014/main" id="{7461E29A-96F1-49BE-A8D0-A38C3A9D9830}"/>
              </a:ext>
            </a:extLst>
          </p:cNvPr>
          <p:cNvSpPr txBox="1"/>
          <p:nvPr/>
        </p:nvSpPr>
        <p:spPr>
          <a:xfrm>
            <a:off x="2203061" y="4210133"/>
            <a:ext cx="2977025" cy="800219"/>
          </a:xfrm>
          <a:prstGeom prst="rect">
            <a:avLst/>
          </a:prstGeom>
          <a:noFill/>
        </p:spPr>
        <p:txBody>
          <a:bodyPr wrap="square" rtlCol="0">
            <a:spAutoFit/>
          </a:bodyPr>
          <a:lstStyle/>
          <a:p>
            <a:r>
              <a:rPr lang="fr-FR" sz="1800" b="1" dirty="0">
                <a:solidFill>
                  <a:srgbClr val="A00627"/>
                </a:solidFill>
              </a:rPr>
              <a:t>Alertes automatiques </a:t>
            </a:r>
            <a:endParaRPr lang="fr-FR" dirty="0">
              <a:solidFill>
                <a:srgbClr val="A00627"/>
              </a:solidFill>
            </a:endParaRPr>
          </a:p>
          <a:p>
            <a:r>
              <a:rPr lang="fr-FR" dirty="0"/>
              <a:t>Envoi immédiat d’alertes visuelles, sonores et vocales</a:t>
            </a:r>
          </a:p>
        </p:txBody>
      </p:sp>
      <p:pic>
        <p:nvPicPr>
          <p:cNvPr id="15" name="Image 14">
            <a:extLst>
              <a:ext uri="{FF2B5EF4-FFF2-40B4-BE49-F238E27FC236}">
                <a16:creationId xmlns:a16="http://schemas.microsoft.com/office/drawing/2014/main" id="{3F5FF5B5-6985-46F3-8D79-825B1DB45BC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03931" y="1453770"/>
            <a:ext cx="3335867" cy="2949364"/>
          </a:xfrm>
          <a:prstGeom prst="rect">
            <a:avLst/>
          </a:prstGeom>
          <a:noFill/>
          <a:ln>
            <a:noFill/>
          </a:ln>
        </p:spPr>
      </p:pic>
      <p:pic>
        <p:nvPicPr>
          <p:cNvPr id="16" name="Image 15">
            <a:extLst>
              <a:ext uri="{FF2B5EF4-FFF2-40B4-BE49-F238E27FC236}">
                <a16:creationId xmlns:a16="http://schemas.microsoft.com/office/drawing/2014/main" id="{4220B2F5-AEB1-4439-B03F-CD927ACF71AF}"/>
              </a:ext>
            </a:extLst>
          </p:cNvPr>
          <p:cNvPicPr>
            <a:picLocks noChangeAspect="1"/>
          </p:cNvPicPr>
          <p:nvPr/>
        </p:nvPicPr>
        <p:blipFill rotWithShape="1">
          <a:blip r:embed="rId4">
            <a:biLevel thresh="75000"/>
          </a:blip>
          <a:srcRect t="18356" b="15322"/>
          <a:stretch/>
        </p:blipFill>
        <p:spPr>
          <a:xfrm>
            <a:off x="2277719" y="3909991"/>
            <a:ext cx="2059713" cy="253307"/>
          </a:xfrm>
          <a:prstGeom prst="rect">
            <a:avLst/>
          </a:prstGeom>
        </p:spPr>
      </p:pic>
      <p:pic>
        <p:nvPicPr>
          <p:cNvPr id="17" name="Image 16">
            <a:extLst>
              <a:ext uri="{FF2B5EF4-FFF2-40B4-BE49-F238E27FC236}">
                <a16:creationId xmlns:a16="http://schemas.microsoft.com/office/drawing/2014/main" id="{FECD9A4A-0E1A-42ED-B86F-41A174CFD66A}"/>
              </a:ext>
            </a:extLst>
          </p:cNvPr>
          <p:cNvPicPr>
            <a:picLocks noChangeAspect="1"/>
          </p:cNvPicPr>
          <p:nvPr/>
        </p:nvPicPr>
        <p:blipFill>
          <a:blip r:embed="rId5"/>
          <a:stretch>
            <a:fillRect/>
          </a:stretch>
        </p:blipFill>
        <p:spPr>
          <a:xfrm>
            <a:off x="5218466" y="1113726"/>
            <a:ext cx="3276313" cy="3276313"/>
          </a:xfrm>
          <a:prstGeom prst="rect">
            <a:avLst/>
          </a:prstGeom>
        </p:spPr>
      </p:pic>
      <p:grpSp>
        <p:nvGrpSpPr>
          <p:cNvPr id="18" name="Groupe 17">
            <a:extLst>
              <a:ext uri="{FF2B5EF4-FFF2-40B4-BE49-F238E27FC236}">
                <a16:creationId xmlns:a16="http://schemas.microsoft.com/office/drawing/2014/main" id="{AC53E84B-A442-4889-A626-10EDBDC081C0}"/>
              </a:ext>
            </a:extLst>
          </p:cNvPr>
          <p:cNvGrpSpPr/>
          <p:nvPr/>
        </p:nvGrpSpPr>
        <p:grpSpPr>
          <a:xfrm>
            <a:off x="-1" y="0"/>
            <a:ext cx="598171" cy="601980"/>
            <a:chOff x="-1" y="0"/>
            <a:chExt cx="598171" cy="601980"/>
          </a:xfrm>
          <a:solidFill>
            <a:srgbClr val="A00627"/>
          </a:solidFill>
        </p:grpSpPr>
        <p:sp>
          <p:nvSpPr>
            <p:cNvPr id="19" name="Forme en L 18">
              <a:extLst>
                <a:ext uri="{FF2B5EF4-FFF2-40B4-BE49-F238E27FC236}">
                  <a16:creationId xmlns:a16="http://schemas.microsoft.com/office/drawing/2014/main" id="{A704DAE7-4A5C-46B5-A63B-A3338F2B2B93}"/>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1D3952C4-6F04-414C-82AD-483A46402FA5}"/>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Rectangle 20">
            <a:extLst>
              <a:ext uri="{FF2B5EF4-FFF2-40B4-BE49-F238E27FC236}">
                <a16:creationId xmlns:a16="http://schemas.microsoft.com/office/drawing/2014/main" id="{3B769BF6-39C9-4A31-9231-AD5A4229E0FF}"/>
              </a:ext>
            </a:extLst>
          </p:cNvPr>
          <p:cNvSpPr/>
          <p:nvPr/>
        </p:nvSpPr>
        <p:spPr>
          <a:xfrm>
            <a:off x="8768715" y="339090"/>
            <a:ext cx="201930" cy="207645"/>
          </a:xfrm>
          <a:prstGeom prst="rect">
            <a:avLst/>
          </a:prstGeom>
          <a:solidFill>
            <a:srgbClr val="A006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7628465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4" name="Shape 1">
            <a:extLst>
              <a:ext uri="{FF2B5EF4-FFF2-40B4-BE49-F238E27FC236}">
                <a16:creationId xmlns:a16="http://schemas.microsoft.com/office/drawing/2014/main" id="{15D4EE7E-FCCF-4660-9827-21B56D016450}"/>
              </a:ext>
            </a:extLst>
          </p:cNvPr>
          <p:cNvSpPr/>
          <p:nvPr/>
        </p:nvSpPr>
        <p:spPr>
          <a:xfrm>
            <a:off x="2590080" y="1165550"/>
            <a:ext cx="3101442" cy="452093"/>
          </a:xfrm>
          <a:prstGeom prst="roundRect">
            <a:avLst>
              <a:gd name="adj" fmla="val 4572"/>
            </a:avLst>
          </a:prstGeom>
          <a:solidFill>
            <a:srgbClr val="D7261F"/>
          </a:solidFill>
          <a:ln w="7620">
            <a:solidFill>
              <a:srgbClr val="C6BDDA"/>
            </a:solidFill>
            <a:prstDash val="solid"/>
          </a:ln>
        </p:spPr>
        <p:txBody>
          <a:bodyPr/>
          <a:lstStyle/>
          <a:p>
            <a:pPr algn="ctr"/>
            <a:r>
              <a:rPr lang="fr-FR" sz="1800" b="1" dirty="0">
                <a:solidFill>
                  <a:schemeClr val="bg1"/>
                </a:solidFill>
              </a:rPr>
              <a:t>Raspberry Pi 4 Model B</a:t>
            </a:r>
            <a:endParaRPr lang="en-US" sz="1800" b="1" dirty="0">
              <a:solidFill>
                <a:schemeClr val="bg1"/>
              </a:solidFill>
            </a:endParaRPr>
          </a:p>
          <a:p>
            <a:pPr algn="ctr"/>
            <a:endParaRPr lang="en-US" sz="1800" b="1" dirty="0">
              <a:solidFill>
                <a:schemeClr val="bg1"/>
              </a:solidFill>
            </a:endParaRPr>
          </a:p>
        </p:txBody>
      </p:sp>
      <p:sp>
        <p:nvSpPr>
          <p:cNvPr id="12" name="ZoneTexte 11">
            <a:extLst>
              <a:ext uri="{FF2B5EF4-FFF2-40B4-BE49-F238E27FC236}">
                <a16:creationId xmlns:a16="http://schemas.microsoft.com/office/drawing/2014/main" id="{A2980322-1D32-409A-87F6-1E5CDD7269B8}"/>
              </a:ext>
            </a:extLst>
          </p:cNvPr>
          <p:cNvSpPr txBox="1"/>
          <p:nvPr/>
        </p:nvSpPr>
        <p:spPr>
          <a:xfrm>
            <a:off x="2590080" y="395202"/>
            <a:ext cx="6026145" cy="369332"/>
          </a:xfrm>
          <a:prstGeom prst="rect">
            <a:avLst/>
          </a:prstGeom>
          <a:noFill/>
        </p:spPr>
        <p:txBody>
          <a:bodyPr wrap="square">
            <a:spAutoFit/>
          </a:bodyPr>
          <a:lstStyle/>
          <a:p>
            <a:endParaRPr lang="fr-FR" sz="1800" kern="1200" dirty="0">
              <a:latin typeface="Noto Sans" panose="020B0502040504020204" pitchFamily="34"/>
              <a:ea typeface="Noto Sans" panose="020B0502040504020204" pitchFamily="34"/>
              <a:cs typeface="Noto Sans" panose="020B0502040504020204" pitchFamily="34"/>
            </a:endParaRPr>
          </a:p>
        </p:txBody>
      </p:sp>
      <p:grpSp>
        <p:nvGrpSpPr>
          <p:cNvPr id="9" name="Groupe 8">
            <a:extLst>
              <a:ext uri="{FF2B5EF4-FFF2-40B4-BE49-F238E27FC236}">
                <a16:creationId xmlns:a16="http://schemas.microsoft.com/office/drawing/2014/main" id="{B2CC205B-A52B-48FD-B21F-9128E81B735D}"/>
              </a:ext>
            </a:extLst>
          </p:cNvPr>
          <p:cNvGrpSpPr/>
          <p:nvPr/>
        </p:nvGrpSpPr>
        <p:grpSpPr>
          <a:xfrm>
            <a:off x="185630" y="1712013"/>
            <a:ext cx="1680818" cy="1882034"/>
            <a:chOff x="-50550" y="1474612"/>
            <a:chExt cx="2100889" cy="2361666"/>
          </a:xfrm>
        </p:grpSpPr>
        <p:grpSp>
          <p:nvGrpSpPr>
            <p:cNvPr id="13" name="Group 6">
              <a:extLst>
                <a:ext uri="{FF2B5EF4-FFF2-40B4-BE49-F238E27FC236}">
                  <a16:creationId xmlns:a16="http://schemas.microsoft.com/office/drawing/2014/main" id="{D56BDC33-5FBD-422C-96AF-B32C69E75446}"/>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AADAC5DA-094C-4F6A-A330-CCBFCA73D9CC}"/>
                  </a:ext>
                </a:extLst>
              </p:cNvPr>
              <p:cNvSpPr/>
              <p:nvPr/>
            </p:nvSpPr>
            <p:spPr>
              <a:xfrm>
                <a:off x="1009650" y="2102584"/>
                <a:ext cx="2838234" cy="2838234"/>
              </a:xfrm>
              <a:prstGeom prst="blockArc">
                <a:avLst>
                  <a:gd name="adj1" fmla="val 21570102"/>
                  <a:gd name="adj2" fmla="val 17581411"/>
                  <a:gd name="adj3" fmla="val 10584"/>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5074F924-7D2A-44C0-936E-FB170AC4D2B0}"/>
                  </a:ext>
                </a:extLst>
              </p:cNvPr>
              <p:cNvSpPr/>
              <p:nvPr/>
            </p:nvSpPr>
            <p:spPr>
              <a:xfrm>
                <a:off x="3541485" y="3216902"/>
                <a:ext cx="1146630" cy="609600"/>
              </a:xfrm>
              <a:prstGeom prst="rightArrow">
                <a:avLst>
                  <a:gd name="adj1" fmla="val 50000"/>
                  <a:gd name="adj2" fmla="val 73810"/>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C5BF7688-E4BA-4EE5-B6F3-259ADB6A1711}"/>
                </a:ext>
              </a:extLst>
            </p:cNvPr>
            <p:cNvSpPr txBox="1"/>
            <p:nvPr/>
          </p:nvSpPr>
          <p:spPr>
            <a:xfrm>
              <a:off x="-41724" y="1521464"/>
              <a:ext cx="1325966" cy="1274502"/>
            </a:xfrm>
            <a:prstGeom prst="rect">
              <a:avLst/>
            </a:prstGeom>
            <a:noFill/>
          </p:spPr>
          <p:txBody>
            <a:bodyPr wrap="square" rtlCol="0">
              <a:spAutoFit/>
            </a:bodyPr>
            <a:lstStyle/>
            <a:p>
              <a:pPr algn="ctr" defTabSz="685800">
                <a:buClrTx/>
                <a:defRPr/>
              </a:pPr>
              <a:r>
                <a:rPr lang="en-GB" sz="6000" b="1" kern="1200" dirty="0">
                  <a:solidFill>
                    <a:srgbClr val="D7261F"/>
                  </a:solidFill>
                  <a:latin typeface="Open Sans" panose="020B0606030504020204" pitchFamily="34" charset="0"/>
                  <a:ea typeface="Noto Sans" panose="020B0502040504020204" pitchFamily="34"/>
                  <a:cs typeface="Noto Sans" panose="020B0502040504020204" pitchFamily="34"/>
                </a:rPr>
                <a:t>4</a:t>
              </a:r>
              <a:endParaRPr lang="en-GB" sz="6000" b="1" kern="1200" dirty="0">
                <a:solidFill>
                  <a:srgbClr val="D7261F"/>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EC2D1979-0734-4A84-BE9B-96B7E00C0C67}"/>
                </a:ext>
                <a:ext uri="{C183D7F6-B498-43B3-948B-1728B52AA6E4}">
                  <adec:decorative xmlns:adec="http://schemas.microsoft.com/office/drawing/2017/decorative" val="0"/>
                </a:ext>
              </a:extLst>
            </p:cNvPr>
            <p:cNvSpPr txBox="1"/>
            <p:nvPr/>
          </p:nvSpPr>
          <p:spPr>
            <a:xfrm>
              <a:off x="-50550" y="3102474"/>
              <a:ext cx="2100889" cy="733804"/>
            </a:xfrm>
            <a:prstGeom prst="rect">
              <a:avLst/>
            </a:prstGeom>
            <a:noFill/>
          </p:spPr>
          <p:txBody>
            <a:bodyPr wrap="square" rtlCol="0">
              <a:spAutoFit/>
            </a:bodyPr>
            <a:lstStyle/>
            <a:p>
              <a:pPr algn="just"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Architecture &amp; Composants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 name="ZoneTexte 1">
            <a:extLst>
              <a:ext uri="{FF2B5EF4-FFF2-40B4-BE49-F238E27FC236}">
                <a16:creationId xmlns:a16="http://schemas.microsoft.com/office/drawing/2014/main" id="{1EC51296-4FC4-4363-BCAD-58C6703D3AC2}"/>
              </a:ext>
            </a:extLst>
          </p:cNvPr>
          <p:cNvSpPr txBox="1"/>
          <p:nvPr/>
        </p:nvSpPr>
        <p:spPr>
          <a:xfrm>
            <a:off x="2661919" y="395202"/>
            <a:ext cx="5019040" cy="584775"/>
          </a:xfrm>
          <a:prstGeom prst="rect">
            <a:avLst/>
          </a:prstGeom>
          <a:noFill/>
        </p:spPr>
        <p:txBody>
          <a:bodyPr wrap="square" rtlCol="0">
            <a:spAutoFit/>
          </a:bodyPr>
          <a:lstStyle/>
          <a:p>
            <a:r>
              <a:rPr lang="fr-FR" sz="3200" b="1" dirty="0">
                <a:solidFill>
                  <a:srgbClr val="D7261F"/>
                </a:solidFill>
              </a:rPr>
              <a:t>Composants Matériels</a:t>
            </a:r>
          </a:p>
        </p:txBody>
      </p:sp>
      <p:sp>
        <p:nvSpPr>
          <p:cNvPr id="5" name="ZoneTexte 4">
            <a:extLst>
              <a:ext uri="{FF2B5EF4-FFF2-40B4-BE49-F238E27FC236}">
                <a16:creationId xmlns:a16="http://schemas.microsoft.com/office/drawing/2014/main" id="{9F331522-F358-43FB-AADE-2257AE2EB3FC}"/>
              </a:ext>
            </a:extLst>
          </p:cNvPr>
          <p:cNvSpPr txBox="1"/>
          <p:nvPr/>
        </p:nvSpPr>
        <p:spPr>
          <a:xfrm>
            <a:off x="2590080" y="1676030"/>
            <a:ext cx="2212213" cy="738664"/>
          </a:xfrm>
          <a:prstGeom prst="rect">
            <a:avLst/>
          </a:prstGeom>
          <a:noFill/>
        </p:spPr>
        <p:txBody>
          <a:bodyPr wrap="square" rtlCol="0">
            <a:spAutoFit/>
          </a:bodyPr>
          <a:lstStyle/>
          <a:p>
            <a:r>
              <a:rPr lang="fr-FR" dirty="0"/>
              <a:t>Plateforme centrale pour le traitement en temps réel</a:t>
            </a:r>
          </a:p>
        </p:txBody>
      </p:sp>
      <p:pic>
        <p:nvPicPr>
          <p:cNvPr id="25" name="Image 24" descr="RASP PI 4 B 4GB: Raspberry Pi 4 B, 4x 1,5 GHz, 4 GB RAM, WLAN, BT bei ...">
            <a:extLst>
              <a:ext uri="{FF2B5EF4-FFF2-40B4-BE49-F238E27FC236}">
                <a16:creationId xmlns:a16="http://schemas.microsoft.com/office/drawing/2014/main" id="{4F648A0C-933E-4A31-95DD-86C3932DEE8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25825" y="1676030"/>
            <a:ext cx="4217492" cy="2882770"/>
          </a:xfrm>
          <a:prstGeom prst="rect">
            <a:avLst/>
          </a:prstGeom>
          <a:noFill/>
          <a:ln>
            <a:noFill/>
          </a:ln>
        </p:spPr>
      </p:pic>
      <p:grpSp>
        <p:nvGrpSpPr>
          <p:cNvPr id="14" name="Groupe 13">
            <a:extLst>
              <a:ext uri="{FF2B5EF4-FFF2-40B4-BE49-F238E27FC236}">
                <a16:creationId xmlns:a16="http://schemas.microsoft.com/office/drawing/2014/main" id="{8965A57E-BA22-4F8B-9D3D-2AA5F88AF9E8}"/>
              </a:ext>
            </a:extLst>
          </p:cNvPr>
          <p:cNvGrpSpPr/>
          <p:nvPr/>
        </p:nvGrpSpPr>
        <p:grpSpPr>
          <a:xfrm>
            <a:off x="-1" y="0"/>
            <a:ext cx="598171" cy="601980"/>
            <a:chOff x="-1" y="0"/>
            <a:chExt cx="598171" cy="601980"/>
          </a:xfrm>
          <a:solidFill>
            <a:srgbClr val="D7261F"/>
          </a:solidFill>
        </p:grpSpPr>
        <p:sp>
          <p:nvSpPr>
            <p:cNvPr id="15" name="Forme en L 14">
              <a:extLst>
                <a:ext uri="{FF2B5EF4-FFF2-40B4-BE49-F238E27FC236}">
                  <a16:creationId xmlns:a16="http://schemas.microsoft.com/office/drawing/2014/main" id="{851B2306-1828-47EA-8CDC-3BA48F4E199D}"/>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126925C-5E80-4B87-9513-9BF7240588E2}"/>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Rectangle 20">
            <a:extLst>
              <a:ext uri="{FF2B5EF4-FFF2-40B4-BE49-F238E27FC236}">
                <a16:creationId xmlns:a16="http://schemas.microsoft.com/office/drawing/2014/main" id="{9F1D65DF-1DE7-4EE8-8027-A49FE182BE37}"/>
              </a:ext>
            </a:extLst>
          </p:cNvPr>
          <p:cNvSpPr/>
          <p:nvPr/>
        </p:nvSpPr>
        <p:spPr>
          <a:xfrm>
            <a:off x="8768715" y="339090"/>
            <a:ext cx="201930" cy="207645"/>
          </a:xfrm>
          <a:prstGeom prst="rect">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542123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4" name="Shape 1">
            <a:extLst>
              <a:ext uri="{FF2B5EF4-FFF2-40B4-BE49-F238E27FC236}">
                <a16:creationId xmlns:a16="http://schemas.microsoft.com/office/drawing/2014/main" id="{15D4EE7E-FCCF-4660-9827-21B56D016450}"/>
              </a:ext>
            </a:extLst>
          </p:cNvPr>
          <p:cNvSpPr/>
          <p:nvPr/>
        </p:nvSpPr>
        <p:spPr>
          <a:xfrm>
            <a:off x="2590080" y="1165550"/>
            <a:ext cx="3101442" cy="452093"/>
          </a:xfrm>
          <a:prstGeom prst="roundRect">
            <a:avLst>
              <a:gd name="adj" fmla="val 4572"/>
            </a:avLst>
          </a:prstGeom>
          <a:solidFill>
            <a:srgbClr val="D7261F"/>
          </a:solidFill>
          <a:ln w="7620">
            <a:solidFill>
              <a:srgbClr val="C6BDDA"/>
            </a:solidFill>
            <a:prstDash val="solid"/>
          </a:ln>
        </p:spPr>
        <p:txBody>
          <a:bodyPr/>
          <a:lstStyle/>
          <a:p>
            <a:pPr algn="ctr"/>
            <a:r>
              <a:rPr lang="en-US" sz="1800" b="1" dirty="0" err="1">
                <a:solidFill>
                  <a:schemeClr val="bg1"/>
                </a:solidFill>
              </a:rPr>
              <a:t>Caméras</a:t>
            </a:r>
            <a:r>
              <a:rPr lang="en-US" sz="1800" b="1" dirty="0">
                <a:solidFill>
                  <a:schemeClr val="bg1"/>
                </a:solidFill>
              </a:rPr>
              <a:t> </a:t>
            </a:r>
          </a:p>
        </p:txBody>
      </p:sp>
      <p:sp>
        <p:nvSpPr>
          <p:cNvPr id="12" name="ZoneTexte 11">
            <a:extLst>
              <a:ext uri="{FF2B5EF4-FFF2-40B4-BE49-F238E27FC236}">
                <a16:creationId xmlns:a16="http://schemas.microsoft.com/office/drawing/2014/main" id="{A2980322-1D32-409A-87F6-1E5CDD7269B8}"/>
              </a:ext>
            </a:extLst>
          </p:cNvPr>
          <p:cNvSpPr txBox="1"/>
          <p:nvPr/>
        </p:nvSpPr>
        <p:spPr>
          <a:xfrm>
            <a:off x="2590080" y="395202"/>
            <a:ext cx="6026145" cy="369332"/>
          </a:xfrm>
          <a:prstGeom prst="rect">
            <a:avLst/>
          </a:prstGeom>
          <a:noFill/>
        </p:spPr>
        <p:txBody>
          <a:bodyPr wrap="square">
            <a:spAutoFit/>
          </a:bodyPr>
          <a:lstStyle/>
          <a:p>
            <a:endParaRPr lang="fr-FR" sz="1800" kern="1200" dirty="0">
              <a:latin typeface="Noto Sans" panose="020B0502040504020204" pitchFamily="34"/>
              <a:ea typeface="Noto Sans" panose="020B0502040504020204" pitchFamily="34"/>
              <a:cs typeface="Noto Sans" panose="020B0502040504020204" pitchFamily="34"/>
            </a:endParaRPr>
          </a:p>
        </p:txBody>
      </p:sp>
      <p:grpSp>
        <p:nvGrpSpPr>
          <p:cNvPr id="9" name="Groupe 8">
            <a:extLst>
              <a:ext uri="{FF2B5EF4-FFF2-40B4-BE49-F238E27FC236}">
                <a16:creationId xmlns:a16="http://schemas.microsoft.com/office/drawing/2014/main" id="{B2CC205B-A52B-48FD-B21F-9128E81B735D}"/>
              </a:ext>
            </a:extLst>
          </p:cNvPr>
          <p:cNvGrpSpPr/>
          <p:nvPr/>
        </p:nvGrpSpPr>
        <p:grpSpPr>
          <a:xfrm>
            <a:off x="185630" y="1712013"/>
            <a:ext cx="1680818" cy="1882034"/>
            <a:chOff x="-50550" y="1474612"/>
            <a:chExt cx="2100889" cy="2361666"/>
          </a:xfrm>
        </p:grpSpPr>
        <p:grpSp>
          <p:nvGrpSpPr>
            <p:cNvPr id="13" name="Group 6">
              <a:extLst>
                <a:ext uri="{FF2B5EF4-FFF2-40B4-BE49-F238E27FC236}">
                  <a16:creationId xmlns:a16="http://schemas.microsoft.com/office/drawing/2014/main" id="{D56BDC33-5FBD-422C-96AF-B32C69E75446}"/>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AADAC5DA-094C-4F6A-A330-CCBFCA73D9CC}"/>
                  </a:ext>
                </a:extLst>
              </p:cNvPr>
              <p:cNvSpPr/>
              <p:nvPr/>
            </p:nvSpPr>
            <p:spPr>
              <a:xfrm>
                <a:off x="1009650" y="2102584"/>
                <a:ext cx="2838234" cy="2838234"/>
              </a:xfrm>
              <a:prstGeom prst="blockArc">
                <a:avLst>
                  <a:gd name="adj1" fmla="val 21570102"/>
                  <a:gd name="adj2" fmla="val 17581411"/>
                  <a:gd name="adj3" fmla="val 10584"/>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5074F924-7D2A-44C0-936E-FB170AC4D2B0}"/>
                  </a:ext>
                </a:extLst>
              </p:cNvPr>
              <p:cNvSpPr/>
              <p:nvPr/>
            </p:nvSpPr>
            <p:spPr>
              <a:xfrm>
                <a:off x="3541485" y="3216902"/>
                <a:ext cx="1146630" cy="609600"/>
              </a:xfrm>
              <a:prstGeom prst="rightArrow">
                <a:avLst>
                  <a:gd name="adj1" fmla="val 50000"/>
                  <a:gd name="adj2" fmla="val 73810"/>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C5BF7688-E4BA-4EE5-B6F3-259ADB6A1711}"/>
                </a:ext>
              </a:extLst>
            </p:cNvPr>
            <p:cNvSpPr txBox="1"/>
            <p:nvPr/>
          </p:nvSpPr>
          <p:spPr>
            <a:xfrm>
              <a:off x="-41724" y="1521464"/>
              <a:ext cx="1325966" cy="1274502"/>
            </a:xfrm>
            <a:prstGeom prst="rect">
              <a:avLst/>
            </a:prstGeom>
            <a:noFill/>
          </p:spPr>
          <p:txBody>
            <a:bodyPr wrap="square" rtlCol="0">
              <a:spAutoFit/>
            </a:bodyPr>
            <a:lstStyle/>
            <a:p>
              <a:pPr algn="ctr" defTabSz="685800">
                <a:buClrTx/>
                <a:defRPr/>
              </a:pPr>
              <a:r>
                <a:rPr lang="en-GB" sz="6000" b="1" kern="1200" dirty="0">
                  <a:solidFill>
                    <a:srgbClr val="D7261F"/>
                  </a:solidFill>
                  <a:latin typeface="Open Sans" panose="020B0606030504020204" pitchFamily="34" charset="0"/>
                  <a:ea typeface="Noto Sans" panose="020B0502040504020204" pitchFamily="34"/>
                  <a:cs typeface="Noto Sans" panose="020B0502040504020204" pitchFamily="34"/>
                </a:rPr>
                <a:t>4</a:t>
              </a:r>
              <a:endParaRPr lang="en-GB" sz="6000" b="1" kern="1200" dirty="0">
                <a:solidFill>
                  <a:srgbClr val="D7261F"/>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EC2D1979-0734-4A84-BE9B-96B7E00C0C67}"/>
                </a:ext>
                <a:ext uri="{C183D7F6-B498-43B3-948B-1728B52AA6E4}">
                  <adec:decorative xmlns:adec="http://schemas.microsoft.com/office/drawing/2017/decorative" val="0"/>
                </a:ext>
              </a:extLst>
            </p:cNvPr>
            <p:cNvSpPr txBox="1"/>
            <p:nvPr/>
          </p:nvSpPr>
          <p:spPr>
            <a:xfrm>
              <a:off x="-50550" y="3102474"/>
              <a:ext cx="2100889" cy="733804"/>
            </a:xfrm>
            <a:prstGeom prst="rect">
              <a:avLst/>
            </a:prstGeom>
            <a:noFill/>
          </p:spPr>
          <p:txBody>
            <a:bodyPr wrap="square" rtlCol="0">
              <a:spAutoFit/>
            </a:bodyPr>
            <a:lstStyle/>
            <a:p>
              <a:pPr algn="just"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Architecture &amp; Composants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 name="ZoneTexte 1">
            <a:extLst>
              <a:ext uri="{FF2B5EF4-FFF2-40B4-BE49-F238E27FC236}">
                <a16:creationId xmlns:a16="http://schemas.microsoft.com/office/drawing/2014/main" id="{1EC51296-4FC4-4363-BCAD-58C6703D3AC2}"/>
              </a:ext>
            </a:extLst>
          </p:cNvPr>
          <p:cNvSpPr txBox="1"/>
          <p:nvPr/>
        </p:nvSpPr>
        <p:spPr>
          <a:xfrm>
            <a:off x="2661919" y="395202"/>
            <a:ext cx="5019040" cy="584775"/>
          </a:xfrm>
          <a:prstGeom prst="rect">
            <a:avLst/>
          </a:prstGeom>
          <a:noFill/>
        </p:spPr>
        <p:txBody>
          <a:bodyPr wrap="square" rtlCol="0">
            <a:spAutoFit/>
          </a:bodyPr>
          <a:lstStyle/>
          <a:p>
            <a:r>
              <a:rPr lang="fr-FR" sz="3200" b="1" dirty="0">
                <a:solidFill>
                  <a:srgbClr val="D7261F"/>
                </a:solidFill>
              </a:rPr>
              <a:t>Composants Matériels</a:t>
            </a:r>
          </a:p>
        </p:txBody>
      </p:sp>
      <p:sp>
        <p:nvSpPr>
          <p:cNvPr id="5" name="ZoneTexte 4">
            <a:extLst>
              <a:ext uri="{FF2B5EF4-FFF2-40B4-BE49-F238E27FC236}">
                <a16:creationId xmlns:a16="http://schemas.microsoft.com/office/drawing/2014/main" id="{9F331522-F358-43FB-AADE-2257AE2EB3FC}"/>
              </a:ext>
            </a:extLst>
          </p:cNvPr>
          <p:cNvSpPr txBox="1"/>
          <p:nvPr/>
        </p:nvSpPr>
        <p:spPr>
          <a:xfrm>
            <a:off x="4815076" y="1670756"/>
            <a:ext cx="2112606" cy="954107"/>
          </a:xfrm>
          <a:prstGeom prst="rect">
            <a:avLst/>
          </a:prstGeom>
          <a:noFill/>
        </p:spPr>
        <p:txBody>
          <a:bodyPr wrap="square" rtlCol="0">
            <a:spAutoFit/>
          </a:bodyPr>
          <a:lstStyle/>
          <a:p>
            <a:r>
              <a:rPr lang="fr-FR" b="1" i="1" dirty="0"/>
              <a:t>Caméra USB :</a:t>
            </a:r>
            <a:r>
              <a:rPr lang="fr-FR" b="1" dirty="0"/>
              <a:t> </a:t>
            </a:r>
            <a:r>
              <a:rPr lang="fr-FR" dirty="0"/>
              <a:t>Détection du visage dans conditions standard</a:t>
            </a:r>
          </a:p>
        </p:txBody>
      </p:sp>
      <p:sp>
        <p:nvSpPr>
          <p:cNvPr id="8" name="ZoneTexte 7">
            <a:extLst>
              <a:ext uri="{FF2B5EF4-FFF2-40B4-BE49-F238E27FC236}">
                <a16:creationId xmlns:a16="http://schemas.microsoft.com/office/drawing/2014/main" id="{803CD570-C1D7-4259-9E54-E3EF33910A61}"/>
              </a:ext>
            </a:extLst>
          </p:cNvPr>
          <p:cNvSpPr txBox="1"/>
          <p:nvPr/>
        </p:nvSpPr>
        <p:spPr>
          <a:xfrm>
            <a:off x="2564892" y="1670756"/>
            <a:ext cx="1943946" cy="954107"/>
          </a:xfrm>
          <a:prstGeom prst="rect">
            <a:avLst/>
          </a:prstGeom>
          <a:noFill/>
        </p:spPr>
        <p:txBody>
          <a:bodyPr wrap="square" rtlCol="0">
            <a:spAutoFit/>
          </a:bodyPr>
          <a:lstStyle/>
          <a:p>
            <a:r>
              <a:rPr lang="fr-FR" b="1" i="1" dirty="0"/>
              <a:t>Caméra A9HD Mini :</a:t>
            </a:r>
            <a:r>
              <a:rPr lang="fr-FR" b="1" dirty="0"/>
              <a:t> </a:t>
            </a:r>
            <a:r>
              <a:rPr lang="fr-FR" dirty="0"/>
              <a:t>Vision nocturne pour tests en faible luminosité</a:t>
            </a:r>
          </a:p>
        </p:txBody>
      </p:sp>
      <p:sp>
        <p:nvSpPr>
          <p:cNvPr id="26" name="ZoneTexte 25">
            <a:extLst>
              <a:ext uri="{FF2B5EF4-FFF2-40B4-BE49-F238E27FC236}">
                <a16:creationId xmlns:a16="http://schemas.microsoft.com/office/drawing/2014/main" id="{D995184C-996E-437B-A68A-4D22513AC2B7}"/>
              </a:ext>
            </a:extLst>
          </p:cNvPr>
          <p:cNvSpPr txBox="1"/>
          <p:nvPr/>
        </p:nvSpPr>
        <p:spPr>
          <a:xfrm>
            <a:off x="7233920" y="1670757"/>
            <a:ext cx="2025227" cy="954107"/>
          </a:xfrm>
          <a:prstGeom prst="rect">
            <a:avLst/>
          </a:prstGeom>
          <a:noFill/>
        </p:spPr>
        <p:txBody>
          <a:bodyPr wrap="square" rtlCol="0">
            <a:spAutoFit/>
          </a:bodyPr>
          <a:lstStyle/>
          <a:p>
            <a:r>
              <a:rPr lang="fr-FR" b="1" i="1" dirty="0"/>
              <a:t>Caméra OAK-D :</a:t>
            </a:r>
            <a:r>
              <a:rPr lang="fr-FR" b="1" dirty="0"/>
              <a:t> </a:t>
            </a:r>
            <a:r>
              <a:rPr lang="fr-FR" dirty="0"/>
              <a:t>Extraction du signal PPG pour le calcul du rythme cardiaque</a:t>
            </a:r>
          </a:p>
        </p:txBody>
      </p:sp>
      <p:pic>
        <p:nvPicPr>
          <p:cNvPr id="29" name="Image 28" descr="Câmera A9 Mini HD com Sensor de Presença Wi-Fi 110V e Suporte para ...">
            <a:extLst>
              <a:ext uri="{FF2B5EF4-FFF2-40B4-BE49-F238E27FC236}">
                <a16:creationId xmlns:a16="http://schemas.microsoft.com/office/drawing/2014/main" id="{64F25CB6-5A3E-42ED-813F-A7B6AD9281DA}"/>
              </a:ext>
            </a:extLst>
          </p:cNvPr>
          <p:cNvPicPr/>
          <p:nvPr/>
        </p:nvPicPr>
        <p:blipFill rotWithShape="1">
          <a:blip r:embed="rId3">
            <a:extLst>
              <a:ext uri="{28A0092B-C50C-407E-A947-70E740481C1C}">
                <a14:useLocalDpi xmlns:a14="http://schemas.microsoft.com/office/drawing/2010/main" val="0"/>
              </a:ext>
            </a:extLst>
          </a:blip>
          <a:srcRect l="419" t="12345" r="41625" b="11487"/>
          <a:stretch/>
        </p:blipFill>
        <p:spPr bwMode="auto">
          <a:xfrm>
            <a:off x="2783120" y="2869463"/>
            <a:ext cx="1507490" cy="1981200"/>
          </a:xfrm>
          <a:prstGeom prst="rect">
            <a:avLst/>
          </a:prstGeom>
          <a:noFill/>
          <a:ln>
            <a:noFill/>
          </a:ln>
          <a:extLst>
            <a:ext uri="{53640926-AAD7-44D8-BBD7-CCE9431645EC}">
              <a14:shadowObscured xmlns:a14="http://schemas.microsoft.com/office/drawing/2010/main"/>
            </a:ext>
          </a:extLst>
        </p:spPr>
      </p:pic>
      <p:pic>
        <p:nvPicPr>
          <p:cNvPr id="30" name="Image 29" descr="OAK-D HD Camera Development Kit, OpenCV AI Machine Vision Kit">
            <a:extLst>
              <a:ext uri="{FF2B5EF4-FFF2-40B4-BE49-F238E27FC236}">
                <a16:creationId xmlns:a16="http://schemas.microsoft.com/office/drawing/2014/main" id="{43D77202-459F-4033-B5C6-2449E603016E}"/>
              </a:ext>
            </a:extLst>
          </p:cNvPr>
          <p:cNvPicPr/>
          <p:nvPr/>
        </p:nvPicPr>
        <p:blipFill rotWithShape="1">
          <a:blip r:embed="rId4">
            <a:extLst>
              <a:ext uri="{28A0092B-C50C-407E-A947-70E740481C1C}">
                <a14:useLocalDpi xmlns:a14="http://schemas.microsoft.com/office/drawing/2010/main" val="0"/>
              </a:ext>
            </a:extLst>
          </a:blip>
          <a:srcRect t="17350" b="16736"/>
          <a:stretch/>
        </p:blipFill>
        <p:spPr bwMode="auto">
          <a:xfrm flipH="1">
            <a:off x="5603152" y="2765013"/>
            <a:ext cx="2719450" cy="1838037"/>
          </a:xfrm>
          <a:prstGeom prst="rect">
            <a:avLst/>
          </a:prstGeom>
          <a:noFill/>
          <a:ln>
            <a:noFill/>
          </a:ln>
          <a:extLst>
            <a:ext uri="{53640926-AAD7-44D8-BBD7-CCE9431645EC}">
              <a14:shadowObscured xmlns:a14="http://schemas.microsoft.com/office/drawing/2010/main"/>
            </a:ext>
          </a:extLst>
        </p:spPr>
      </p:pic>
      <p:grpSp>
        <p:nvGrpSpPr>
          <p:cNvPr id="16" name="Groupe 15">
            <a:extLst>
              <a:ext uri="{FF2B5EF4-FFF2-40B4-BE49-F238E27FC236}">
                <a16:creationId xmlns:a16="http://schemas.microsoft.com/office/drawing/2014/main" id="{C44D010C-FEFF-4255-A40A-25EBEE73A220}"/>
              </a:ext>
            </a:extLst>
          </p:cNvPr>
          <p:cNvGrpSpPr/>
          <p:nvPr/>
        </p:nvGrpSpPr>
        <p:grpSpPr>
          <a:xfrm>
            <a:off x="-1" y="0"/>
            <a:ext cx="598171" cy="601980"/>
            <a:chOff x="-1" y="0"/>
            <a:chExt cx="598171" cy="601980"/>
          </a:xfrm>
          <a:solidFill>
            <a:srgbClr val="D7261F"/>
          </a:solidFill>
        </p:grpSpPr>
        <p:sp>
          <p:nvSpPr>
            <p:cNvPr id="21" name="Forme en L 20">
              <a:extLst>
                <a:ext uri="{FF2B5EF4-FFF2-40B4-BE49-F238E27FC236}">
                  <a16:creationId xmlns:a16="http://schemas.microsoft.com/office/drawing/2014/main" id="{869C9B23-0740-49EC-AE43-B6C1F3515027}"/>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C5A59B9-237D-42A0-9951-3830CECCF967}"/>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22">
            <a:extLst>
              <a:ext uri="{FF2B5EF4-FFF2-40B4-BE49-F238E27FC236}">
                <a16:creationId xmlns:a16="http://schemas.microsoft.com/office/drawing/2014/main" id="{B16E96F6-E217-4EC3-B56D-EA87A074673D}"/>
              </a:ext>
            </a:extLst>
          </p:cNvPr>
          <p:cNvSpPr/>
          <p:nvPr/>
        </p:nvSpPr>
        <p:spPr>
          <a:xfrm>
            <a:off x="8768715" y="339090"/>
            <a:ext cx="201930" cy="207645"/>
          </a:xfrm>
          <a:prstGeom prst="rect">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603702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4" name="Shape 1">
            <a:extLst>
              <a:ext uri="{FF2B5EF4-FFF2-40B4-BE49-F238E27FC236}">
                <a16:creationId xmlns:a16="http://schemas.microsoft.com/office/drawing/2014/main" id="{15D4EE7E-FCCF-4660-9827-21B56D016450}"/>
              </a:ext>
            </a:extLst>
          </p:cNvPr>
          <p:cNvSpPr/>
          <p:nvPr/>
        </p:nvSpPr>
        <p:spPr>
          <a:xfrm>
            <a:off x="2590080" y="1165550"/>
            <a:ext cx="3101442" cy="452093"/>
          </a:xfrm>
          <a:prstGeom prst="roundRect">
            <a:avLst>
              <a:gd name="adj" fmla="val 4572"/>
            </a:avLst>
          </a:prstGeom>
          <a:solidFill>
            <a:srgbClr val="D7261F"/>
          </a:solidFill>
          <a:ln w="7620">
            <a:solidFill>
              <a:srgbClr val="C6BDDA"/>
            </a:solidFill>
            <a:prstDash val="solid"/>
          </a:ln>
        </p:spPr>
        <p:txBody>
          <a:bodyPr/>
          <a:lstStyle/>
          <a:p>
            <a:pPr algn="ctr"/>
            <a:r>
              <a:rPr lang="fr-FR" sz="1800" b="1" dirty="0">
                <a:solidFill>
                  <a:schemeClr val="bg1"/>
                </a:solidFill>
              </a:rPr>
              <a:t>Dispositifs d’alerte </a:t>
            </a:r>
            <a:endParaRPr lang="en-US" sz="1800" b="1" dirty="0">
              <a:solidFill>
                <a:schemeClr val="bg1"/>
              </a:solidFill>
            </a:endParaRPr>
          </a:p>
        </p:txBody>
      </p:sp>
      <p:sp>
        <p:nvSpPr>
          <p:cNvPr id="12" name="ZoneTexte 11">
            <a:extLst>
              <a:ext uri="{FF2B5EF4-FFF2-40B4-BE49-F238E27FC236}">
                <a16:creationId xmlns:a16="http://schemas.microsoft.com/office/drawing/2014/main" id="{A2980322-1D32-409A-87F6-1E5CDD7269B8}"/>
              </a:ext>
            </a:extLst>
          </p:cNvPr>
          <p:cNvSpPr txBox="1"/>
          <p:nvPr/>
        </p:nvSpPr>
        <p:spPr>
          <a:xfrm>
            <a:off x="2590080" y="395202"/>
            <a:ext cx="6026145" cy="369332"/>
          </a:xfrm>
          <a:prstGeom prst="rect">
            <a:avLst/>
          </a:prstGeom>
          <a:noFill/>
        </p:spPr>
        <p:txBody>
          <a:bodyPr wrap="square">
            <a:spAutoFit/>
          </a:bodyPr>
          <a:lstStyle/>
          <a:p>
            <a:endParaRPr lang="fr-FR" sz="1800" kern="1200" dirty="0">
              <a:latin typeface="Noto Sans" panose="020B0502040504020204" pitchFamily="34"/>
              <a:ea typeface="Noto Sans" panose="020B0502040504020204" pitchFamily="34"/>
              <a:cs typeface="Noto Sans" panose="020B0502040504020204" pitchFamily="34"/>
            </a:endParaRPr>
          </a:p>
        </p:txBody>
      </p:sp>
      <p:grpSp>
        <p:nvGrpSpPr>
          <p:cNvPr id="9" name="Groupe 8">
            <a:extLst>
              <a:ext uri="{FF2B5EF4-FFF2-40B4-BE49-F238E27FC236}">
                <a16:creationId xmlns:a16="http://schemas.microsoft.com/office/drawing/2014/main" id="{B2CC205B-A52B-48FD-B21F-9128E81B735D}"/>
              </a:ext>
            </a:extLst>
          </p:cNvPr>
          <p:cNvGrpSpPr/>
          <p:nvPr/>
        </p:nvGrpSpPr>
        <p:grpSpPr>
          <a:xfrm>
            <a:off x="185630" y="1712013"/>
            <a:ext cx="1680818" cy="1882034"/>
            <a:chOff x="-50550" y="1474612"/>
            <a:chExt cx="2100889" cy="2361666"/>
          </a:xfrm>
        </p:grpSpPr>
        <p:grpSp>
          <p:nvGrpSpPr>
            <p:cNvPr id="13" name="Group 6">
              <a:extLst>
                <a:ext uri="{FF2B5EF4-FFF2-40B4-BE49-F238E27FC236}">
                  <a16:creationId xmlns:a16="http://schemas.microsoft.com/office/drawing/2014/main" id="{D56BDC33-5FBD-422C-96AF-B32C69E75446}"/>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AADAC5DA-094C-4F6A-A330-CCBFCA73D9CC}"/>
                  </a:ext>
                </a:extLst>
              </p:cNvPr>
              <p:cNvSpPr/>
              <p:nvPr/>
            </p:nvSpPr>
            <p:spPr>
              <a:xfrm>
                <a:off x="1009650" y="2102584"/>
                <a:ext cx="2838234" cy="2838234"/>
              </a:xfrm>
              <a:prstGeom prst="blockArc">
                <a:avLst>
                  <a:gd name="adj1" fmla="val 21570102"/>
                  <a:gd name="adj2" fmla="val 17581411"/>
                  <a:gd name="adj3" fmla="val 10584"/>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5074F924-7D2A-44C0-936E-FB170AC4D2B0}"/>
                  </a:ext>
                </a:extLst>
              </p:cNvPr>
              <p:cNvSpPr/>
              <p:nvPr/>
            </p:nvSpPr>
            <p:spPr>
              <a:xfrm>
                <a:off x="3541485" y="3216902"/>
                <a:ext cx="1146630" cy="609600"/>
              </a:xfrm>
              <a:prstGeom prst="rightArrow">
                <a:avLst>
                  <a:gd name="adj1" fmla="val 50000"/>
                  <a:gd name="adj2" fmla="val 73810"/>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C5BF7688-E4BA-4EE5-B6F3-259ADB6A1711}"/>
                </a:ext>
              </a:extLst>
            </p:cNvPr>
            <p:cNvSpPr txBox="1"/>
            <p:nvPr/>
          </p:nvSpPr>
          <p:spPr>
            <a:xfrm>
              <a:off x="-41724" y="1521464"/>
              <a:ext cx="1325966" cy="1274502"/>
            </a:xfrm>
            <a:prstGeom prst="rect">
              <a:avLst/>
            </a:prstGeom>
            <a:noFill/>
          </p:spPr>
          <p:txBody>
            <a:bodyPr wrap="square" rtlCol="0">
              <a:spAutoFit/>
            </a:bodyPr>
            <a:lstStyle/>
            <a:p>
              <a:pPr algn="ctr" defTabSz="685800">
                <a:buClrTx/>
                <a:defRPr/>
              </a:pPr>
              <a:r>
                <a:rPr lang="en-GB" sz="6000" b="1" kern="1200" dirty="0">
                  <a:solidFill>
                    <a:srgbClr val="D7261F"/>
                  </a:solidFill>
                  <a:latin typeface="Open Sans" panose="020B0606030504020204" pitchFamily="34" charset="0"/>
                  <a:ea typeface="Noto Sans" panose="020B0502040504020204" pitchFamily="34"/>
                  <a:cs typeface="Noto Sans" panose="020B0502040504020204" pitchFamily="34"/>
                </a:rPr>
                <a:t>4</a:t>
              </a:r>
              <a:endParaRPr lang="en-GB" sz="6000" b="1" kern="1200" dirty="0">
                <a:solidFill>
                  <a:srgbClr val="D7261F"/>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EC2D1979-0734-4A84-BE9B-96B7E00C0C67}"/>
                </a:ext>
                <a:ext uri="{C183D7F6-B498-43B3-948B-1728B52AA6E4}">
                  <adec:decorative xmlns:adec="http://schemas.microsoft.com/office/drawing/2017/decorative" val="0"/>
                </a:ext>
              </a:extLst>
            </p:cNvPr>
            <p:cNvSpPr txBox="1"/>
            <p:nvPr/>
          </p:nvSpPr>
          <p:spPr>
            <a:xfrm>
              <a:off x="-50550" y="3102474"/>
              <a:ext cx="2100889" cy="733804"/>
            </a:xfrm>
            <a:prstGeom prst="rect">
              <a:avLst/>
            </a:prstGeom>
            <a:noFill/>
          </p:spPr>
          <p:txBody>
            <a:bodyPr wrap="square" rtlCol="0">
              <a:spAutoFit/>
            </a:bodyPr>
            <a:lstStyle/>
            <a:p>
              <a:pPr algn="just"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Architecture &amp; Composants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 name="ZoneTexte 1">
            <a:extLst>
              <a:ext uri="{FF2B5EF4-FFF2-40B4-BE49-F238E27FC236}">
                <a16:creationId xmlns:a16="http://schemas.microsoft.com/office/drawing/2014/main" id="{1EC51296-4FC4-4363-BCAD-58C6703D3AC2}"/>
              </a:ext>
            </a:extLst>
          </p:cNvPr>
          <p:cNvSpPr txBox="1"/>
          <p:nvPr/>
        </p:nvSpPr>
        <p:spPr>
          <a:xfrm>
            <a:off x="2661919" y="395202"/>
            <a:ext cx="5019040" cy="584775"/>
          </a:xfrm>
          <a:prstGeom prst="rect">
            <a:avLst/>
          </a:prstGeom>
          <a:noFill/>
        </p:spPr>
        <p:txBody>
          <a:bodyPr wrap="square" rtlCol="0">
            <a:spAutoFit/>
          </a:bodyPr>
          <a:lstStyle/>
          <a:p>
            <a:r>
              <a:rPr lang="fr-FR" sz="3200" b="1" dirty="0">
                <a:solidFill>
                  <a:srgbClr val="D7261F"/>
                </a:solidFill>
              </a:rPr>
              <a:t>Composants Matériels</a:t>
            </a:r>
          </a:p>
        </p:txBody>
      </p:sp>
      <p:sp>
        <p:nvSpPr>
          <p:cNvPr id="5" name="ZoneTexte 4">
            <a:extLst>
              <a:ext uri="{FF2B5EF4-FFF2-40B4-BE49-F238E27FC236}">
                <a16:creationId xmlns:a16="http://schemas.microsoft.com/office/drawing/2014/main" id="{9F331522-F358-43FB-AADE-2257AE2EB3FC}"/>
              </a:ext>
            </a:extLst>
          </p:cNvPr>
          <p:cNvSpPr txBox="1"/>
          <p:nvPr/>
        </p:nvSpPr>
        <p:spPr>
          <a:xfrm>
            <a:off x="2590080" y="1676030"/>
            <a:ext cx="2212213" cy="738664"/>
          </a:xfrm>
          <a:prstGeom prst="rect">
            <a:avLst/>
          </a:prstGeom>
          <a:noFill/>
        </p:spPr>
        <p:txBody>
          <a:bodyPr wrap="square" rtlCol="0">
            <a:spAutoFit/>
          </a:bodyPr>
          <a:lstStyle/>
          <a:p>
            <a:r>
              <a:rPr lang="fr-FR" dirty="0"/>
              <a:t>LED et buzzer pour avertir immédiatement le conducteur</a:t>
            </a:r>
          </a:p>
        </p:txBody>
      </p:sp>
      <p:pic>
        <p:nvPicPr>
          <p:cNvPr id="15" name="Image 14" descr="Download Led, Icon, Logo. Royalty-Free Vector Graphic - Pixabay">
            <a:extLst>
              <a:ext uri="{FF2B5EF4-FFF2-40B4-BE49-F238E27FC236}">
                <a16:creationId xmlns:a16="http://schemas.microsoft.com/office/drawing/2014/main" id="{B844D4CE-6484-4EF9-9C8D-8948F4C40746}"/>
              </a:ext>
            </a:extLst>
          </p:cNvPr>
          <p:cNvPicPr/>
          <p:nvPr/>
        </p:nvPicPr>
        <p:blipFill rotWithShape="1">
          <a:blip r:embed="rId3" cstate="print">
            <a:extLst>
              <a:ext uri="{28A0092B-C50C-407E-A947-70E740481C1C}">
                <a14:useLocalDpi xmlns:a14="http://schemas.microsoft.com/office/drawing/2010/main" val="0"/>
              </a:ext>
            </a:extLst>
          </a:blip>
          <a:srcRect b="41107"/>
          <a:stretch/>
        </p:blipFill>
        <p:spPr bwMode="auto">
          <a:xfrm>
            <a:off x="6247584" y="2728807"/>
            <a:ext cx="1939925" cy="1249680"/>
          </a:xfrm>
          <a:prstGeom prst="rect">
            <a:avLst/>
          </a:prstGeom>
          <a:noFill/>
          <a:ln>
            <a:noFill/>
          </a:ln>
          <a:extLst>
            <a:ext uri="{53640926-AAD7-44D8-BBD7-CCE9431645EC}">
              <a14:shadowObscured xmlns:a14="http://schemas.microsoft.com/office/drawing/2010/main"/>
            </a:ext>
          </a:extLst>
        </p:spPr>
      </p:pic>
      <p:pic>
        <p:nvPicPr>
          <p:cNvPr id="16" name="Picture 5">
            <a:extLst>
              <a:ext uri="{FF2B5EF4-FFF2-40B4-BE49-F238E27FC236}">
                <a16:creationId xmlns:a16="http://schemas.microsoft.com/office/drawing/2014/main" id="{B8C7706B-0D2F-8ABD-E7EA-19F657EAB920}"/>
              </a:ext>
            </a:extLst>
          </p:cNvPr>
          <p:cNvPicPr/>
          <p:nvPr/>
        </p:nvPicPr>
        <p:blipFill rotWithShape="1">
          <a:blip r:embed="rId4" cstate="print">
            <a:extLst>
              <a:ext uri="{28A0092B-C50C-407E-A947-70E740481C1C}">
                <a14:useLocalDpi xmlns:a14="http://schemas.microsoft.com/office/drawing/2010/main" val="0"/>
              </a:ext>
            </a:extLst>
          </a:blip>
          <a:srcRect l="-1858" t="2603" b="20050"/>
          <a:stretch/>
        </p:blipFill>
        <p:spPr bwMode="auto">
          <a:xfrm>
            <a:off x="2590080" y="2728807"/>
            <a:ext cx="2086610" cy="1584960"/>
          </a:xfrm>
          <a:prstGeom prst="rect">
            <a:avLst/>
          </a:prstGeom>
          <a:ln>
            <a:noFill/>
          </a:ln>
          <a:extLst>
            <a:ext uri="{53640926-AAD7-44D8-BBD7-CCE9431645EC}">
              <a14:shadowObscured xmlns:a14="http://schemas.microsoft.com/office/drawing/2010/main"/>
            </a:ext>
          </a:extLst>
        </p:spPr>
      </p:pic>
      <p:grpSp>
        <p:nvGrpSpPr>
          <p:cNvPr id="14" name="Groupe 13">
            <a:extLst>
              <a:ext uri="{FF2B5EF4-FFF2-40B4-BE49-F238E27FC236}">
                <a16:creationId xmlns:a16="http://schemas.microsoft.com/office/drawing/2014/main" id="{31A9F26C-3893-4446-BBCB-E0A25545A30B}"/>
              </a:ext>
            </a:extLst>
          </p:cNvPr>
          <p:cNvGrpSpPr/>
          <p:nvPr/>
        </p:nvGrpSpPr>
        <p:grpSpPr>
          <a:xfrm>
            <a:off x="-1" y="0"/>
            <a:ext cx="598171" cy="601980"/>
            <a:chOff x="-1" y="0"/>
            <a:chExt cx="598171" cy="601980"/>
          </a:xfrm>
          <a:solidFill>
            <a:srgbClr val="D7261F"/>
          </a:solidFill>
        </p:grpSpPr>
        <p:sp>
          <p:nvSpPr>
            <p:cNvPr id="21" name="Forme en L 20">
              <a:extLst>
                <a:ext uri="{FF2B5EF4-FFF2-40B4-BE49-F238E27FC236}">
                  <a16:creationId xmlns:a16="http://schemas.microsoft.com/office/drawing/2014/main" id="{5665C258-90D4-4F70-AAA2-F517B2F92A2C}"/>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2759D027-2919-454F-B895-2A83A927FF1E}"/>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22">
            <a:extLst>
              <a:ext uri="{FF2B5EF4-FFF2-40B4-BE49-F238E27FC236}">
                <a16:creationId xmlns:a16="http://schemas.microsoft.com/office/drawing/2014/main" id="{7F1A9137-7029-4539-B2AD-2951B4423190}"/>
              </a:ext>
            </a:extLst>
          </p:cNvPr>
          <p:cNvSpPr/>
          <p:nvPr/>
        </p:nvSpPr>
        <p:spPr>
          <a:xfrm>
            <a:off x="8768715" y="339090"/>
            <a:ext cx="201930" cy="207645"/>
          </a:xfrm>
          <a:prstGeom prst="rect">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474088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2" name="ZoneTexte 11">
            <a:extLst>
              <a:ext uri="{FF2B5EF4-FFF2-40B4-BE49-F238E27FC236}">
                <a16:creationId xmlns:a16="http://schemas.microsoft.com/office/drawing/2014/main" id="{A2980322-1D32-409A-87F6-1E5CDD7269B8}"/>
              </a:ext>
            </a:extLst>
          </p:cNvPr>
          <p:cNvSpPr txBox="1"/>
          <p:nvPr/>
        </p:nvSpPr>
        <p:spPr>
          <a:xfrm>
            <a:off x="2590080" y="395202"/>
            <a:ext cx="6026145" cy="369332"/>
          </a:xfrm>
          <a:prstGeom prst="rect">
            <a:avLst/>
          </a:prstGeom>
          <a:noFill/>
        </p:spPr>
        <p:txBody>
          <a:bodyPr wrap="square">
            <a:spAutoFit/>
          </a:bodyPr>
          <a:lstStyle/>
          <a:p>
            <a:endParaRPr lang="fr-FR" sz="1800" kern="1200" dirty="0">
              <a:latin typeface="Noto Sans" panose="020B0502040504020204" pitchFamily="34"/>
              <a:ea typeface="Noto Sans" panose="020B0502040504020204" pitchFamily="34"/>
              <a:cs typeface="Noto Sans" panose="020B0502040504020204" pitchFamily="34"/>
            </a:endParaRPr>
          </a:p>
        </p:txBody>
      </p:sp>
      <p:grpSp>
        <p:nvGrpSpPr>
          <p:cNvPr id="9" name="Groupe 8">
            <a:extLst>
              <a:ext uri="{FF2B5EF4-FFF2-40B4-BE49-F238E27FC236}">
                <a16:creationId xmlns:a16="http://schemas.microsoft.com/office/drawing/2014/main" id="{B2CC205B-A52B-48FD-B21F-9128E81B735D}"/>
              </a:ext>
            </a:extLst>
          </p:cNvPr>
          <p:cNvGrpSpPr/>
          <p:nvPr/>
        </p:nvGrpSpPr>
        <p:grpSpPr>
          <a:xfrm>
            <a:off x="185630" y="1712013"/>
            <a:ext cx="1680818" cy="1882034"/>
            <a:chOff x="-50550" y="1474612"/>
            <a:chExt cx="2100889" cy="2361666"/>
          </a:xfrm>
        </p:grpSpPr>
        <p:grpSp>
          <p:nvGrpSpPr>
            <p:cNvPr id="13" name="Group 6">
              <a:extLst>
                <a:ext uri="{FF2B5EF4-FFF2-40B4-BE49-F238E27FC236}">
                  <a16:creationId xmlns:a16="http://schemas.microsoft.com/office/drawing/2014/main" id="{D56BDC33-5FBD-422C-96AF-B32C69E75446}"/>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AADAC5DA-094C-4F6A-A330-CCBFCA73D9CC}"/>
                  </a:ext>
                </a:extLst>
              </p:cNvPr>
              <p:cNvSpPr/>
              <p:nvPr/>
            </p:nvSpPr>
            <p:spPr>
              <a:xfrm>
                <a:off x="1009650" y="2102584"/>
                <a:ext cx="2838234" cy="2838234"/>
              </a:xfrm>
              <a:prstGeom prst="blockArc">
                <a:avLst>
                  <a:gd name="adj1" fmla="val 21570102"/>
                  <a:gd name="adj2" fmla="val 17581411"/>
                  <a:gd name="adj3" fmla="val 10584"/>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5074F924-7D2A-44C0-936E-FB170AC4D2B0}"/>
                  </a:ext>
                </a:extLst>
              </p:cNvPr>
              <p:cNvSpPr/>
              <p:nvPr/>
            </p:nvSpPr>
            <p:spPr>
              <a:xfrm>
                <a:off x="3541485" y="3216902"/>
                <a:ext cx="1146630" cy="609600"/>
              </a:xfrm>
              <a:prstGeom prst="rightArrow">
                <a:avLst>
                  <a:gd name="adj1" fmla="val 50000"/>
                  <a:gd name="adj2" fmla="val 73810"/>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C5BF7688-E4BA-4EE5-B6F3-259ADB6A1711}"/>
                </a:ext>
              </a:extLst>
            </p:cNvPr>
            <p:cNvSpPr txBox="1"/>
            <p:nvPr/>
          </p:nvSpPr>
          <p:spPr>
            <a:xfrm>
              <a:off x="-41724" y="1521464"/>
              <a:ext cx="1325966" cy="1274502"/>
            </a:xfrm>
            <a:prstGeom prst="rect">
              <a:avLst/>
            </a:prstGeom>
            <a:noFill/>
          </p:spPr>
          <p:txBody>
            <a:bodyPr wrap="square" rtlCol="0">
              <a:spAutoFit/>
            </a:bodyPr>
            <a:lstStyle/>
            <a:p>
              <a:pPr algn="ctr" defTabSz="685800">
                <a:buClrTx/>
                <a:defRPr/>
              </a:pPr>
              <a:r>
                <a:rPr lang="en-GB" sz="6000" b="1" kern="1200" dirty="0">
                  <a:solidFill>
                    <a:srgbClr val="D7261F"/>
                  </a:solidFill>
                  <a:latin typeface="Open Sans" panose="020B0606030504020204" pitchFamily="34" charset="0"/>
                  <a:ea typeface="Noto Sans" panose="020B0502040504020204" pitchFamily="34"/>
                  <a:cs typeface="Noto Sans" panose="020B0502040504020204" pitchFamily="34"/>
                </a:rPr>
                <a:t>4</a:t>
              </a:r>
              <a:endParaRPr lang="en-GB" sz="6000" b="1" kern="1200" dirty="0">
                <a:solidFill>
                  <a:srgbClr val="D7261F"/>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EC2D1979-0734-4A84-BE9B-96B7E00C0C67}"/>
                </a:ext>
                <a:ext uri="{C183D7F6-B498-43B3-948B-1728B52AA6E4}">
                  <adec:decorative xmlns:adec="http://schemas.microsoft.com/office/drawing/2017/decorative" val="0"/>
                </a:ext>
              </a:extLst>
            </p:cNvPr>
            <p:cNvSpPr txBox="1"/>
            <p:nvPr/>
          </p:nvSpPr>
          <p:spPr>
            <a:xfrm>
              <a:off x="-50550" y="3102474"/>
              <a:ext cx="2100889" cy="733804"/>
            </a:xfrm>
            <a:prstGeom prst="rect">
              <a:avLst/>
            </a:prstGeom>
            <a:noFill/>
          </p:spPr>
          <p:txBody>
            <a:bodyPr wrap="square" rtlCol="0">
              <a:spAutoFit/>
            </a:bodyPr>
            <a:lstStyle/>
            <a:p>
              <a:pPr algn="just"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Architecture &amp; Composants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2" name="ZoneTexte 1">
            <a:extLst>
              <a:ext uri="{FF2B5EF4-FFF2-40B4-BE49-F238E27FC236}">
                <a16:creationId xmlns:a16="http://schemas.microsoft.com/office/drawing/2014/main" id="{1EC51296-4FC4-4363-BCAD-58C6703D3AC2}"/>
              </a:ext>
            </a:extLst>
          </p:cNvPr>
          <p:cNvSpPr txBox="1"/>
          <p:nvPr/>
        </p:nvSpPr>
        <p:spPr>
          <a:xfrm>
            <a:off x="2567916" y="442912"/>
            <a:ext cx="5019040" cy="584775"/>
          </a:xfrm>
          <a:prstGeom prst="rect">
            <a:avLst/>
          </a:prstGeom>
          <a:noFill/>
        </p:spPr>
        <p:txBody>
          <a:bodyPr wrap="square" rtlCol="0">
            <a:spAutoFit/>
          </a:bodyPr>
          <a:lstStyle/>
          <a:p>
            <a:r>
              <a:rPr lang="fr-FR" sz="3200" b="1" dirty="0">
                <a:solidFill>
                  <a:srgbClr val="D7261F"/>
                </a:solidFill>
              </a:rPr>
              <a:t>Composants Logiciels </a:t>
            </a:r>
          </a:p>
        </p:txBody>
      </p:sp>
      <p:sp>
        <p:nvSpPr>
          <p:cNvPr id="14" name="Shape 1">
            <a:extLst>
              <a:ext uri="{FF2B5EF4-FFF2-40B4-BE49-F238E27FC236}">
                <a16:creationId xmlns:a16="http://schemas.microsoft.com/office/drawing/2014/main" id="{B33552A6-AFCE-43EE-991F-F40CCDDAAA82}"/>
              </a:ext>
            </a:extLst>
          </p:cNvPr>
          <p:cNvSpPr/>
          <p:nvPr/>
        </p:nvSpPr>
        <p:spPr>
          <a:xfrm>
            <a:off x="2560320" y="1259920"/>
            <a:ext cx="3101442" cy="452093"/>
          </a:xfrm>
          <a:prstGeom prst="roundRect">
            <a:avLst>
              <a:gd name="adj" fmla="val 4572"/>
            </a:avLst>
          </a:prstGeom>
          <a:solidFill>
            <a:srgbClr val="D7261F"/>
          </a:solidFill>
          <a:ln w="7620">
            <a:solidFill>
              <a:srgbClr val="C6BDDA"/>
            </a:solidFill>
            <a:prstDash val="solid"/>
          </a:ln>
        </p:spPr>
        <p:txBody>
          <a:bodyPr/>
          <a:lstStyle/>
          <a:p>
            <a:pPr algn="ctr"/>
            <a:r>
              <a:rPr lang="fr-FR" sz="1800" b="1" dirty="0">
                <a:solidFill>
                  <a:schemeClr val="bg1"/>
                </a:solidFill>
              </a:rPr>
              <a:t>Bibliothèques</a:t>
            </a:r>
            <a:endParaRPr lang="en-US" sz="1800" b="1" dirty="0">
              <a:solidFill>
                <a:schemeClr val="bg1"/>
              </a:solidFill>
            </a:endParaRPr>
          </a:p>
        </p:txBody>
      </p:sp>
      <p:sp>
        <p:nvSpPr>
          <p:cNvPr id="8" name="ZoneTexte 7">
            <a:extLst>
              <a:ext uri="{FF2B5EF4-FFF2-40B4-BE49-F238E27FC236}">
                <a16:creationId xmlns:a16="http://schemas.microsoft.com/office/drawing/2014/main" id="{11C1C54F-41E3-48E7-B1CA-195C74AF7FB2}"/>
              </a:ext>
            </a:extLst>
          </p:cNvPr>
          <p:cNvSpPr txBox="1"/>
          <p:nvPr/>
        </p:nvSpPr>
        <p:spPr>
          <a:xfrm>
            <a:off x="2560320" y="1982298"/>
            <a:ext cx="4023359" cy="2031325"/>
          </a:xfrm>
          <a:prstGeom prst="rect">
            <a:avLst/>
          </a:prstGeom>
          <a:noFill/>
        </p:spPr>
        <p:txBody>
          <a:bodyPr wrap="square" rtlCol="0">
            <a:spAutoFit/>
          </a:bodyPr>
          <a:lstStyle/>
          <a:p>
            <a:r>
              <a:rPr lang="fr-FR" b="1" dirty="0" err="1"/>
              <a:t>OpenCV</a:t>
            </a:r>
            <a:r>
              <a:rPr lang="fr-FR" b="1" dirty="0"/>
              <a:t> : </a:t>
            </a:r>
            <a:r>
              <a:rPr lang="fr-FR" dirty="0"/>
              <a:t>Traitement d’image en temps réel</a:t>
            </a:r>
          </a:p>
          <a:p>
            <a:endParaRPr lang="fr-FR" dirty="0"/>
          </a:p>
          <a:p>
            <a:r>
              <a:rPr lang="fr-FR" b="1" dirty="0" err="1"/>
              <a:t>MediaPipe</a:t>
            </a:r>
            <a:r>
              <a:rPr lang="fr-FR" b="1" dirty="0"/>
              <a:t> : </a:t>
            </a:r>
            <a:r>
              <a:rPr lang="fr-FR" dirty="0"/>
              <a:t>Détection des </a:t>
            </a:r>
            <a:r>
              <a:rPr lang="fr-FR" dirty="0" err="1"/>
              <a:t>landmarks</a:t>
            </a:r>
            <a:r>
              <a:rPr lang="fr-FR" dirty="0"/>
              <a:t> faciaux</a:t>
            </a:r>
          </a:p>
          <a:p>
            <a:endParaRPr lang="fr-FR" dirty="0"/>
          </a:p>
          <a:p>
            <a:r>
              <a:rPr lang="fr-FR" b="1" dirty="0" err="1"/>
              <a:t>CVZone</a:t>
            </a:r>
            <a:r>
              <a:rPr lang="fr-FR" b="1" dirty="0"/>
              <a:t> : </a:t>
            </a:r>
            <a:r>
              <a:rPr lang="fr-FR" dirty="0"/>
              <a:t>Extraction des zones d’intérêt</a:t>
            </a:r>
          </a:p>
          <a:p>
            <a:endParaRPr lang="fr-FR" dirty="0"/>
          </a:p>
          <a:p>
            <a:r>
              <a:rPr lang="fr-FR" b="1" dirty="0"/>
              <a:t>pyttsx3 : </a:t>
            </a:r>
            <a:r>
              <a:rPr lang="fr-FR" dirty="0"/>
              <a:t>Synthèse vocale pour alertes</a:t>
            </a:r>
          </a:p>
          <a:p>
            <a:endParaRPr lang="fr-FR" dirty="0"/>
          </a:p>
          <a:p>
            <a:r>
              <a:rPr lang="fr-FR" b="1" dirty="0" err="1"/>
              <a:t>Tkinter</a:t>
            </a:r>
            <a:r>
              <a:rPr lang="fr-FR" b="1" dirty="0"/>
              <a:t> : </a:t>
            </a:r>
            <a:r>
              <a:rPr lang="fr-FR" dirty="0"/>
              <a:t>Interface graphique</a:t>
            </a:r>
          </a:p>
        </p:txBody>
      </p:sp>
      <p:pic>
        <p:nvPicPr>
          <p:cNvPr id="1026" name="Picture 2" descr="Opencv logo - Social media &amp; Logos Icons">
            <a:extLst>
              <a:ext uri="{FF2B5EF4-FFF2-40B4-BE49-F238E27FC236}">
                <a16:creationId xmlns:a16="http://schemas.microsoft.com/office/drawing/2014/main" id="{E1750E1E-B284-4A46-BB5C-831E86D30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306" y="4013623"/>
            <a:ext cx="1530057" cy="7650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ediaPipe for Face Tracking">
            <a:extLst>
              <a:ext uri="{FF2B5EF4-FFF2-40B4-BE49-F238E27FC236}">
                <a16:creationId xmlns:a16="http://schemas.microsoft.com/office/drawing/2014/main" id="{96736167-E4FD-45B6-A91A-460A2156F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26" y="4121264"/>
            <a:ext cx="1976019" cy="5362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earn Computer Vision with CVZone - Computer Vision Zone">
            <a:extLst>
              <a:ext uri="{FF2B5EF4-FFF2-40B4-BE49-F238E27FC236}">
                <a16:creationId xmlns:a16="http://schemas.microsoft.com/office/drawing/2014/main" id="{6BEB1BA5-8D16-41D7-809A-370DE94E99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2508" y="4233854"/>
            <a:ext cx="1555108" cy="3110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ython MySQL Projects with Source Code – techtipnow">
            <a:extLst>
              <a:ext uri="{FF2B5EF4-FFF2-40B4-BE49-F238E27FC236}">
                <a16:creationId xmlns:a16="http://schemas.microsoft.com/office/drawing/2014/main" id="{C50CAC5A-6E9D-436C-BFBC-618F9C6607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0535" y="1610182"/>
            <a:ext cx="2098180" cy="209818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e 15">
            <a:extLst>
              <a:ext uri="{FF2B5EF4-FFF2-40B4-BE49-F238E27FC236}">
                <a16:creationId xmlns:a16="http://schemas.microsoft.com/office/drawing/2014/main" id="{C0A18039-CB62-48F3-BB04-607B65E5D086}"/>
              </a:ext>
            </a:extLst>
          </p:cNvPr>
          <p:cNvGrpSpPr/>
          <p:nvPr/>
        </p:nvGrpSpPr>
        <p:grpSpPr>
          <a:xfrm>
            <a:off x="-1" y="0"/>
            <a:ext cx="598171" cy="601980"/>
            <a:chOff x="-1" y="0"/>
            <a:chExt cx="598171" cy="601980"/>
          </a:xfrm>
          <a:solidFill>
            <a:srgbClr val="D7261F"/>
          </a:solidFill>
        </p:grpSpPr>
        <p:sp>
          <p:nvSpPr>
            <p:cNvPr id="21" name="Forme en L 20">
              <a:extLst>
                <a:ext uri="{FF2B5EF4-FFF2-40B4-BE49-F238E27FC236}">
                  <a16:creationId xmlns:a16="http://schemas.microsoft.com/office/drawing/2014/main" id="{5F7FD27E-1531-4BDF-A04B-27A7606AAABE}"/>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81C4670B-B273-4712-B1CC-34874CA94F1C}"/>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22">
            <a:extLst>
              <a:ext uri="{FF2B5EF4-FFF2-40B4-BE49-F238E27FC236}">
                <a16:creationId xmlns:a16="http://schemas.microsoft.com/office/drawing/2014/main" id="{104801E7-0B69-41B6-AB5C-FD1AE7D55901}"/>
              </a:ext>
            </a:extLst>
          </p:cNvPr>
          <p:cNvSpPr/>
          <p:nvPr/>
        </p:nvSpPr>
        <p:spPr>
          <a:xfrm>
            <a:off x="8768715" y="339090"/>
            <a:ext cx="201930" cy="207645"/>
          </a:xfrm>
          <a:prstGeom prst="rect">
            <a:avLst/>
          </a:prstGeom>
          <a:solidFill>
            <a:srgbClr val="D726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4209414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37" name="Rectangle 36">
            <a:extLst>
              <a:ext uri="{FF2B5EF4-FFF2-40B4-BE49-F238E27FC236}">
                <a16:creationId xmlns:a16="http://schemas.microsoft.com/office/drawing/2014/main" id="{D9BC7B28-932B-4495-B263-239046C2C0BD}"/>
              </a:ext>
            </a:extLst>
          </p:cNvPr>
          <p:cNvSpPr/>
          <p:nvPr/>
        </p:nvSpPr>
        <p:spPr>
          <a:xfrm>
            <a:off x="8768715" y="339090"/>
            <a:ext cx="201930" cy="207645"/>
          </a:xfrm>
          <a:prstGeom prst="rect">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2" name="Groupe 21">
            <a:extLst>
              <a:ext uri="{FF2B5EF4-FFF2-40B4-BE49-F238E27FC236}">
                <a16:creationId xmlns:a16="http://schemas.microsoft.com/office/drawing/2014/main" id="{60D42F9C-0BBE-4832-904D-7C0C00094839}"/>
              </a:ext>
            </a:extLst>
          </p:cNvPr>
          <p:cNvGrpSpPr/>
          <p:nvPr/>
        </p:nvGrpSpPr>
        <p:grpSpPr>
          <a:xfrm>
            <a:off x="-67733" y="1673435"/>
            <a:ext cx="2153920" cy="1918549"/>
            <a:chOff x="-363575" y="1474612"/>
            <a:chExt cx="2692228" cy="2407486"/>
          </a:xfrm>
        </p:grpSpPr>
        <p:grpSp>
          <p:nvGrpSpPr>
            <p:cNvPr id="23" name="Group 6">
              <a:extLst>
                <a:ext uri="{FF2B5EF4-FFF2-40B4-BE49-F238E27FC236}">
                  <a16:creationId xmlns:a16="http://schemas.microsoft.com/office/drawing/2014/main" id="{CEBCB17A-D18D-491E-8249-5540FF9B92BC}"/>
                </a:ext>
              </a:extLst>
            </p:cNvPr>
            <p:cNvGrpSpPr/>
            <p:nvPr/>
          </p:nvGrpSpPr>
          <p:grpSpPr>
            <a:xfrm>
              <a:off x="0" y="1474612"/>
              <a:ext cx="1805234" cy="1392885"/>
              <a:chOff x="1009650" y="2102584"/>
              <a:chExt cx="3678465" cy="2838234"/>
            </a:xfrm>
            <a:solidFill>
              <a:schemeClr val="accent1"/>
            </a:solidFill>
          </p:grpSpPr>
          <p:sp>
            <p:nvSpPr>
              <p:cNvPr id="27" name="Block Arc 3">
                <a:extLst>
                  <a:ext uri="{FF2B5EF4-FFF2-40B4-BE49-F238E27FC236}">
                    <a16:creationId xmlns:a16="http://schemas.microsoft.com/office/drawing/2014/main" id="{DAE8A589-871A-41B4-B85C-6ED89C469E48}"/>
                  </a:ext>
                </a:extLst>
              </p:cNvPr>
              <p:cNvSpPr/>
              <p:nvPr/>
            </p:nvSpPr>
            <p:spPr>
              <a:xfrm>
                <a:off x="1009650" y="2102584"/>
                <a:ext cx="2838234" cy="2838234"/>
              </a:xfrm>
              <a:prstGeom prst="blockArc">
                <a:avLst>
                  <a:gd name="adj1" fmla="val 21570102"/>
                  <a:gd name="adj2" fmla="val 17581411"/>
                  <a:gd name="adj3" fmla="val 10584"/>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8" name="Arrow: Right 5">
                <a:extLst>
                  <a:ext uri="{FF2B5EF4-FFF2-40B4-BE49-F238E27FC236}">
                    <a16:creationId xmlns:a16="http://schemas.microsoft.com/office/drawing/2014/main" id="{B1FBFA2A-B04F-4289-9638-BAC50BC77104}"/>
                  </a:ext>
                </a:extLst>
              </p:cNvPr>
              <p:cNvSpPr/>
              <p:nvPr/>
            </p:nvSpPr>
            <p:spPr>
              <a:xfrm>
                <a:off x="3541485" y="3216902"/>
                <a:ext cx="1146630" cy="609600"/>
              </a:xfrm>
              <a:prstGeom prst="rightArrow">
                <a:avLst>
                  <a:gd name="adj1" fmla="val 50000"/>
                  <a:gd name="adj2" fmla="val 73810"/>
                </a:avLst>
              </a:prstGeom>
              <a:solidFill>
                <a:srgbClr val="F95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25" name="TextBox 18">
              <a:extLst>
                <a:ext uri="{FF2B5EF4-FFF2-40B4-BE49-F238E27FC236}">
                  <a16:creationId xmlns:a16="http://schemas.microsoft.com/office/drawing/2014/main" id="{64E2A881-6CB2-4521-A257-AE168ADAC060}"/>
                </a:ext>
              </a:extLst>
            </p:cNvPr>
            <p:cNvSpPr txBox="1"/>
            <p:nvPr/>
          </p:nvSpPr>
          <p:spPr>
            <a:xfrm>
              <a:off x="-8189" y="1523404"/>
              <a:ext cx="1325966" cy="1274502"/>
            </a:xfrm>
            <a:prstGeom prst="rect">
              <a:avLst/>
            </a:prstGeom>
            <a:noFill/>
          </p:spPr>
          <p:txBody>
            <a:bodyPr wrap="square" rtlCol="0">
              <a:spAutoFit/>
            </a:bodyPr>
            <a:lstStyle/>
            <a:p>
              <a:pPr algn="ctr" defTabSz="685800">
                <a:buClrTx/>
                <a:defRPr/>
              </a:pPr>
              <a:r>
                <a:rPr lang="en-GB" sz="6000" b="1" kern="1200" dirty="0">
                  <a:solidFill>
                    <a:srgbClr val="F95206"/>
                  </a:solidFill>
                  <a:latin typeface="Open Sans" panose="020B0606030504020204" pitchFamily="34" charset="0"/>
                  <a:ea typeface="Noto Sans" panose="020B0502040504020204" pitchFamily="34"/>
                  <a:cs typeface="Noto Sans" panose="020B0502040504020204" pitchFamily="34"/>
                </a:rPr>
                <a:t>5</a:t>
              </a:r>
              <a:endParaRPr lang="en-GB" sz="6000" b="1" kern="1200" dirty="0">
                <a:solidFill>
                  <a:srgbClr val="F95206"/>
                </a:solidFill>
                <a:latin typeface="Noto Sans" panose="020B0502040504020204" pitchFamily="34"/>
                <a:ea typeface="Noto Sans" panose="020B0502040504020204" pitchFamily="34"/>
                <a:cs typeface="Noto Sans" panose="020B0502040504020204" pitchFamily="34"/>
              </a:endParaRPr>
            </a:p>
          </p:txBody>
        </p:sp>
        <p:sp>
          <p:nvSpPr>
            <p:cNvPr id="26" name="TextBox 28" descr="Introduction&#10;">
              <a:extLst>
                <a:ext uri="{FF2B5EF4-FFF2-40B4-BE49-F238E27FC236}">
                  <a16:creationId xmlns:a16="http://schemas.microsoft.com/office/drawing/2014/main" id="{7C6305CD-64CB-48D2-B7CE-AC413F210684}"/>
                </a:ext>
                <a:ext uri="{C183D7F6-B498-43B3-948B-1728B52AA6E4}">
                  <adec:decorative xmlns:adec="http://schemas.microsoft.com/office/drawing/2017/decorative" val="0"/>
                </a:ext>
              </a:extLst>
            </p:cNvPr>
            <p:cNvSpPr txBox="1"/>
            <p:nvPr/>
          </p:nvSpPr>
          <p:spPr>
            <a:xfrm>
              <a:off x="-363575" y="2839321"/>
              <a:ext cx="2692228" cy="1042777"/>
            </a:xfrm>
            <a:prstGeom prst="rect">
              <a:avLst/>
            </a:prstGeom>
            <a:noFill/>
          </p:spPr>
          <p:txBody>
            <a:bodyPr wrap="square" rtlCol="0">
              <a:spAutoFit/>
            </a:bodyPr>
            <a:lstStyle/>
            <a:p>
              <a:pPr algn="ctr" defTabSz="685800">
                <a:buClrTx/>
                <a:defRPr/>
              </a:pPr>
              <a:r>
                <a:rPr lang="fr-FR" sz="1600" b="1" kern="1200" dirty="0">
                  <a:latin typeface="Noto Sans" panose="020B0502040504020204" pitchFamily="34"/>
                  <a:ea typeface="Noto Sans" panose="020B0502040504020204" pitchFamily="34"/>
                  <a:cs typeface="Noto Sans" panose="020B0502040504020204" pitchFamily="34"/>
                </a:rPr>
                <a:t>Processus de Détection et Gestion des Alertes</a:t>
              </a:r>
              <a:endParaRPr lang="en-GB" sz="1600" b="1" kern="1200" dirty="0">
                <a:latin typeface="Noto Sans" panose="020B0502040504020204" pitchFamily="34"/>
                <a:ea typeface="Noto Sans" panose="020B0502040504020204" pitchFamily="34"/>
                <a:cs typeface="Noto Sans" panose="020B0502040504020204" pitchFamily="34"/>
              </a:endParaRPr>
            </a:p>
          </p:txBody>
        </p:sp>
      </p:grpSp>
      <p:sp>
        <p:nvSpPr>
          <p:cNvPr id="8" name="Shape 1">
            <a:extLst>
              <a:ext uri="{FF2B5EF4-FFF2-40B4-BE49-F238E27FC236}">
                <a16:creationId xmlns:a16="http://schemas.microsoft.com/office/drawing/2014/main" id="{F39B44A2-2063-49C5-8588-8ECD557D633C}"/>
              </a:ext>
            </a:extLst>
          </p:cNvPr>
          <p:cNvSpPr/>
          <p:nvPr/>
        </p:nvSpPr>
        <p:spPr>
          <a:xfrm>
            <a:off x="2381675" y="487544"/>
            <a:ext cx="3101442" cy="452093"/>
          </a:xfrm>
          <a:prstGeom prst="roundRect">
            <a:avLst>
              <a:gd name="adj" fmla="val 4572"/>
            </a:avLst>
          </a:prstGeom>
          <a:solidFill>
            <a:srgbClr val="F95206"/>
          </a:solidFill>
          <a:ln w="7620">
            <a:solidFill>
              <a:srgbClr val="C6BDDA"/>
            </a:solidFill>
            <a:prstDash val="solid"/>
          </a:ln>
        </p:spPr>
        <p:txBody>
          <a:bodyPr/>
          <a:lstStyle/>
          <a:p>
            <a:pPr algn="ctr"/>
            <a:r>
              <a:rPr lang="fr-FR" sz="1800" b="1" dirty="0">
                <a:solidFill>
                  <a:schemeClr val="bg1"/>
                </a:solidFill>
              </a:rPr>
              <a:t>Déclenchement </a:t>
            </a:r>
            <a:endParaRPr lang="en-US" sz="1800" b="1" dirty="0">
              <a:solidFill>
                <a:schemeClr val="bg1"/>
              </a:solidFill>
            </a:endParaRPr>
          </a:p>
        </p:txBody>
      </p:sp>
      <p:sp>
        <p:nvSpPr>
          <p:cNvPr id="9" name="Shape 1">
            <a:extLst>
              <a:ext uri="{FF2B5EF4-FFF2-40B4-BE49-F238E27FC236}">
                <a16:creationId xmlns:a16="http://schemas.microsoft.com/office/drawing/2014/main" id="{407ED9FC-BB0C-4B60-AB38-D03ECF9B39E9}"/>
              </a:ext>
            </a:extLst>
          </p:cNvPr>
          <p:cNvSpPr/>
          <p:nvPr/>
        </p:nvSpPr>
        <p:spPr>
          <a:xfrm>
            <a:off x="2381675" y="1542544"/>
            <a:ext cx="3101442" cy="452093"/>
          </a:xfrm>
          <a:prstGeom prst="roundRect">
            <a:avLst>
              <a:gd name="adj" fmla="val 4572"/>
            </a:avLst>
          </a:prstGeom>
          <a:solidFill>
            <a:srgbClr val="F95206"/>
          </a:solidFill>
          <a:ln w="7620">
            <a:solidFill>
              <a:srgbClr val="C6BDDA"/>
            </a:solidFill>
            <a:prstDash val="solid"/>
          </a:ln>
        </p:spPr>
        <p:txBody>
          <a:bodyPr/>
          <a:lstStyle/>
          <a:p>
            <a:pPr algn="ctr"/>
            <a:r>
              <a:rPr lang="fr-FR" sz="1800" b="1" dirty="0">
                <a:solidFill>
                  <a:schemeClr val="bg1"/>
                </a:solidFill>
              </a:rPr>
              <a:t>Étapes clés</a:t>
            </a:r>
            <a:endParaRPr lang="en-US" sz="1800" b="1" dirty="0">
              <a:solidFill>
                <a:schemeClr val="bg1"/>
              </a:solidFill>
            </a:endParaRPr>
          </a:p>
        </p:txBody>
      </p:sp>
      <p:sp>
        <p:nvSpPr>
          <p:cNvPr id="10" name="Shape 1">
            <a:extLst>
              <a:ext uri="{FF2B5EF4-FFF2-40B4-BE49-F238E27FC236}">
                <a16:creationId xmlns:a16="http://schemas.microsoft.com/office/drawing/2014/main" id="{2F06F7C0-6742-4B81-84FC-AB2B76AD956C}"/>
              </a:ext>
            </a:extLst>
          </p:cNvPr>
          <p:cNvSpPr/>
          <p:nvPr/>
        </p:nvSpPr>
        <p:spPr>
          <a:xfrm>
            <a:off x="2408872" y="3595075"/>
            <a:ext cx="3101442" cy="452093"/>
          </a:xfrm>
          <a:prstGeom prst="roundRect">
            <a:avLst>
              <a:gd name="adj" fmla="val 4572"/>
            </a:avLst>
          </a:prstGeom>
          <a:solidFill>
            <a:srgbClr val="F95206"/>
          </a:solidFill>
          <a:ln w="7620">
            <a:solidFill>
              <a:srgbClr val="C6BDDA"/>
            </a:solidFill>
            <a:prstDash val="solid"/>
          </a:ln>
        </p:spPr>
        <p:txBody>
          <a:bodyPr/>
          <a:lstStyle/>
          <a:p>
            <a:pPr algn="ctr"/>
            <a:r>
              <a:rPr lang="fr-FR" sz="1800" b="1" dirty="0">
                <a:solidFill>
                  <a:schemeClr val="bg1"/>
                </a:solidFill>
              </a:rPr>
              <a:t>Alertes générées</a:t>
            </a:r>
            <a:endParaRPr lang="en-US" sz="1800" b="1" dirty="0">
              <a:solidFill>
                <a:schemeClr val="bg1"/>
              </a:solidFill>
            </a:endParaRPr>
          </a:p>
        </p:txBody>
      </p:sp>
      <p:sp>
        <p:nvSpPr>
          <p:cNvPr id="3" name="ZoneTexte 2">
            <a:extLst>
              <a:ext uri="{FF2B5EF4-FFF2-40B4-BE49-F238E27FC236}">
                <a16:creationId xmlns:a16="http://schemas.microsoft.com/office/drawing/2014/main" id="{39EB76DF-D62C-44D4-85DC-155F0906E11B}"/>
              </a:ext>
            </a:extLst>
          </p:cNvPr>
          <p:cNvSpPr txBox="1"/>
          <p:nvPr/>
        </p:nvSpPr>
        <p:spPr>
          <a:xfrm>
            <a:off x="2381675" y="942153"/>
            <a:ext cx="3101442" cy="523220"/>
          </a:xfrm>
          <a:prstGeom prst="rect">
            <a:avLst/>
          </a:prstGeom>
          <a:noFill/>
        </p:spPr>
        <p:txBody>
          <a:bodyPr wrap="square" rtlCol="0">
            <a:spAutoFit/>
          </a:bodyPr>
          <a:lstStyle/>
          <a:p>
            <a:r>
              <a:rPr lang="fr-FR" dirty="0"/>
              <a:t>Le système s’active lorsque la vitesse &gt; 20 km/h</a:t>
            </a:r>
          </a:p>
        </p:txBody>
      </p:sp>
      <p:sp>
        <p:nvSpPr>
          <p:cNvPr id="6" name="ZoneTexte 5">
            <a:extLst>
              <a:ext uri="{FF2B5EF4-FFF2-40B4-BE49-F238E27FC236}">
                <a16:creationId xmlns:a16="http://schemas.microsoft.com/office/drawing/2014/main" id="{A71A0F0E-61CC-47FC-9BF4-868CC4F23F8D}"/>
              </a:ext>
            </a:extLst>
          </p:cNvPr>
          <p:cNvSpPr txBox="1"/>
          <p:nvPr/>
        </p:nvSpPr>
        <p:spPr>
          <a:xfrm>
            <a:off x="2298709" y="1994637"/>
            <a:ext cx="3184408" cy="1600438"/>
          </a:xfrm>
          <a:prstGeom prst="rect">
            <a:avLst/>
          </a:prstGeom>
          <a:noFill/>
        </p:spPr>
        <p:txBody>
          <a:bodyPr wrap="square" rtlCol="0">
            <a:spAutoFit/>
          </a:bodyPr>
          <a:lstStyle/>
          <a:p>
            <a:pPr marL="342900" indent="-342900">
              <a:buFont typeface="+mj-lt"/>
              <a:buAutoNum type="arabicPeriod"/>
            </a:pPr>
            <a:r>
              <a:rPr lang="fr-FR" dirty="0"/>
              <a:t>Capture et extraction du visage et des zones d’intérêt (yeux, bouche)</a:t>
            </a:r>
          </a:p>
          <a:p>
            <a:pPr marL="342900" indent="-342900">
              <a:buFont typeface="+mj-lt"/>
              <a:buAutoNum type="arabicPeriod"/>
            </a:pPr>
            <a:r>
              <a:rPr lang="fr-FR" dirty="0"/>
              <a:t>Calcul en continu du EAR et du MAR</a:t>
            </a:r>
          </a:p>
          <a:p>
            <a:pPr marL="342900" indent="-342900">
              <a:buFont typeface="+mj-lt"/>
              <a:buAutoNum type="arabicPeriod"/>
            </a:pPr>
            <a:r>
              <a:rPr lang="fr-FR" dirty="0"/>
              <a:t>Analyse du signal PPG pour estimer le BPM.</a:t>
            </a:r>
          </a:p>
        </p:txBody>
      </p:sp>
      <p:sp>
        <p:nvSpPr>
          <p:cNvPr id="7" name="ZoneTexte 6">
            <a:extLst>
              <a:ext uri="{FF2B5EF4-FFF2-40B4-BE49-F238E27FC236}">
                <a16:creationId xmlns:a16="http://schemas.microsoft.com/office/drawing/2014/main" id="{CB7A187B-50D1-48CE-B41F-A37A6CDE14E3}"/>
              </a:ext>
            </a:extLst>
          </p:cNvPr>
          <p:cNvSpPr txBox="1"/>
          <p:nvPr/>
        </p:nvSpPr>
        <p:spPr>
          <a:xfrm>
            <a:off x="2408872" y="4047168"/>
            <a:ext cx="3101442" cy="523220"/>
          </a:xfrm>
          <a:prstGeom prst="rect">
            <a:avLst/>
          </a:prstGeom>
          <a:noFill/>
        </p:spPr>
        <p:txBody>
          <a:bodyPr wrap="square" rtlCol="0">
            <a:spAutoFit/>
          </a:bodyPr>
          <a:lstStyle/>
          <a:p>
            <a:r>
              <a:rPr lang="fr-FR" dirty="0"/>
              <a:t>Activation des </a:t>
            </a:r>
            <a:r>
              <a:rPr lang="fr-FR" dirty="0" err="1"/>
              <a:t>LEDs</a:t>
            </a:r>
            <a:r>
              <a:rPr lang="fr-FR" dirty="0"/>
              <a:t>, signal sonore via buzzer, message vocal</a:t>
            </a:r>
          </a:p>
        </p:txBody>
      </p:sp>
      <p:sp>
        <p:nvSpPr>
          <p:cNvPr id="14" name="Flèche : bas 13">
            <a:extLst>
              <a:ext uri="{FF2B5EF4-FFF2-40B4-BE49-F238E27FC236}">
                <a16:creationId xmlns:a16="http://schemas.microsoft.com/office/drawing/2014/main" id="{B34490B6-49A6-4C7D-95FC-5E74A682C334}"/>
              </a:ext>
            </a:extLst>
          </p:cNvPr>
          <p:cNvSpPr/>
          <p:nvPr/>
        </p:nvSpPr>
        <p:spPr>
          <a:xfrm>
            <a:off x="2005881" y="487544"/>
            <a:ext cx="292828" cy="4082844"/>
          </a:xfrm>
          <a:prstGeom prst="downArrow">
            <a:avLst>
              <a:gd name="adj1" fmla="val 50000"/>
              <a:gd name="adj2" fmla="val 130958"/>
            </a:avLst>
          </a:prstGeom>
          <a:solidFill>
            <a:srgbClr val="F95206"/>
          </a:solidFill>
          <a:ln>
            <a:solidFill>
              <a:srgbClr val="F95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2" name="Image 11">
            <a:extLst>
              <a:ext uri="{FF2B5EF4-FFF2-40B4-BE49-F238E27FC236}">
                <a16:creationId xmlns:a16="http://schemas.microsoft.com/office/drawing/2014/main" id="{C430F6BE-1372-4552-BA57-E71772CB5696}"/>
              </a:ext>
            </a:extLst>
          </p:cNvPr>
          <p:cNvPicPr>
            <a:picLocks noChangeAspect="1"/>
          </p:cNvPicPr>
          <p:nvPr/>
        </p:nvPicPr>
        <p:blipFill rotWithShape="1">
          <a:blip r:embed="rId3"/>
          <a:srcRect l="4494" r="3639"/>
          <a:stretch/>
        </p:blipFill>
        <p:spPr>
          <a:xfrm>
            <a:off x="5620477" y="2615674"/>
            <a:ext cx="3316949" cy="1954714"/>
          </a:xfrm>
          <a:prstGeom prst="rect">
            <a:avLst/>
          </a:prstGeom>
        </p:spPr>
      </p:pic>
      <p:pic>
        <p:nvPicPr>
          <p:cNvPr id="15" name="Image 14">
            <a:extLst>
              <a:ext uri="{FF2B5EF4-FFF2-40B4-BE49-F238E27FC236}">
                <a16:creationId xmlns:a16="http://schemas.microsoft.com/office/drawing/2014/main" id="{26C09790-221A-4EB6-BA6E-EE489D440E14}"/>
              </a:ext>
            </a:extLst>
          </p:cNvPr>
          <p:cNvPicPr>
            <a:picLocks noChangeAspect="1"/>
          </p:cNvPicPr>
          <p:nvPr/>
        </p:nvPicPr>
        <p:blipFill rotWithShape="1">
          <a:blip r:embed="rId4"/>
          <a:srcRect l="5616" r="4240"/>
          <a:stretch/>
        </p:blipFill>
        <p:spPr>
          <a:xfrm>
            <a:off x="5610456" y="487544"/>
            <a:ext cx="3316950" cy="2113567"/>
          </a:xfrm>
          <a:prstGeom prst="rect">
            <a:avLst/>
          </a:prstGeom>
        </p:spPr>
      </p:pic>
      <p:grpSp>
        <p:nvGrpSpPr>
          <p:cNvPr id="24" name="Groupe 23">
            <a:extLst>
              <a:ext uri="{FF2B5EF4-FFF2-40B4-BE49-F238E27FC236}">
                <a16:creationId xmlns:a16="http://schemas.microsoft.com/office/drawing/2014/main" id="{9F11679B-A002-413F-911D-2FA151EC8729}"/>
              </a:ext>
            </a:extLst>
          </p:cNvPr>
          <p:cNvGrpSpPr/>
          <p:nvPr/>
        </p:nvGrpSpPr>
        <p:grpSpPr>
          <a:xfrm>
            <a:off x="-1" y="0"/>
            <a:ext cx="598171" cy="601980"/>
            <a:chOff x="-1" y="0"/>
            <a:chExt cx="598171" cy="601980"/>
          </a:xfrm>
          <a:solidFill>
            <a:schemeClr val="tx1"/>
          </a:solidFill>
        </p:grpSpPr>
        <p:sp>
          <p:nvSpPr>
            <p:cNvPr id="29" name="Forme en L 28">
              <a:extLst>
                <a:ext uri="{FF2B5EF4-FFF2-40B4-BE49-F238E27FC236}">
                  <a16:creationId xmlns:a16="http://schemas.microsoft.com/office/drawing/2014/main" id="{112A0CC8-6201-4BA9-8C36-248CAF2383AA}"/>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a:extLst>
                <a:ext uri="{FF2B5EF4-FFF2-40B4-BE49-F238E27FC236}">
                  <a16:creationId xmlns:a16="http://schemas.microsoft.com/office/drawing/2014/main" id="{F53326F1-AD6F-45AA-A4A6-E641C14FA050}"/>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4" name="Groupe 33">
            <a:extLst>
              <a:ext uri="{FF2B5EF4-FFF2-40B4-BE49-F238E27FC236}">
                <a16:creationId xmlns:a16="http://schemas.microsoft.com/office/drawing/2014/main" id="{6957B6B3-36EB-4CC2-A0AB-90C53059830A}"/>
              </a:ext>
            </a:extLst>
          </p:cNvPr>
          <p:cNvGrpSpPr/>
          <p:nvPr/>
        </p:nvGrpSpPr>
        <p:grpSpPr>
          <a:xfrm>
            <a:off x="0" y="0"/>
            <a:ext cx="598171" cy="601980"/>
            <a:chOff x="-1" y="0"/>
            <a:chExt cx="598171" cy="601980"/>
          </a:xfrm>
          <a:solidFill>
            <a:srgbClr val="F95206"/>
          </a:solidFill>
        </p:grpSpPr>
        <p:sp>
          <p:nvSpPr>
            <p:cNvPr id="35" name="Forme en L 34">
              <a:extLst>
                <a:ext uri="{FF2B5EF4-FFF2-40B4-BE49-F238E27FC236}">
                  <a16:creationId xmlns:a16="http://schemas.microsoft.com/office/drawing/2014/main" id="{09E2AB22-427F-4E3D-87A2-00705A2F110A}"/>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35">
              <a:extLst>
                <a:ext uri="{FF2B5EF4-FFF2-40B4-BE49-F238E27FC236}">
                  <a16:creationId xmlns:a16="http://schemas.microsoft.com/office/drawing/2014/main" id="{1AD925AA-C411-48CB-92BD-23BFBEB7E5D2}"/>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179969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2" name="ZoneTexte 11">
            <a:extLst>
              <a:ext uri="{FF2B5EF4-FFF2-40B4-BE49-F238E27FC236}">
                <a16:creationId xmlns:a16="http://schemas.microsoft.com/office/drawing/2014/main" id="{A2980322-1D32-409A-87F6-1E5CDD7269B8}"/>
              </a:ext>
            </a:extLst>
          </p:cNvPr>
          <p:cNvSpPr txBox="1"/>
          <p:nvPr/>
        </p:nvSpPr>
        <p:spPr>
          <a:xfrm>
            <a:off x="2921974" y="360990"/>
            <a:ext cx="4826719" cy="584775"/>
          </a:xfrm>
          <a:prstGeom prst="rect">
            <a:avLst/>
          </a:prstGeom>
          <a:noFill/>
        </p:spPr>
        <p:txBody>
          <a:bodyPr wrap="square">
            <a:spAutoFit/>
          </a:bodyPr>
          <a:lstStyle/>
          <a:p>
            <a:r>
              <a:rPr lang="fr-FR" sz="3200" b="1" dirty="0">
                <a:solidFill>
                  <a:srgbClr val="FF7400"/>
                </a:solidFill>
              </a:rPr>
              <a:t>Environnements testés</a:t>
            </a:r>
          </a:p>
        </p:txBody>
      </p:sp>
      <p:grpSp>
        <p:nvGrpSpPr>
          <p:cNvPr id="9" name="Groupe 8">
            <a:extLst>
              <a:ext uri="{FF2B5EF4-FFF2-40B4-BE49-F238E27FC236}">
                <a16:creationId xmlns:a16="http://schemas.microsoft.com/office/drawing/2014/main" id="{CAD6B2A2-FB3C-4275-8742-1E61AA47CE2B}"/>
              </a:ext>
            </a:extLst>
          </p:cNvPr>
          <p:cNvGrpSpPr/>
          <p:nvPr/>
        </p:nvGrpSpPr>
        <p:grpSpPr>
          <a:xfrm>
            <a:off x="217883" y="1693923"/>
            <a:ext cx="1517130" cy="1755654"/>
            <a:chOff x="0" y="1474612"/>
            <a:chExt cx="1896293" cy="2203079"/>
          </a:xfrm>
        </p:grpSpPr>
        <p:grpSp>
          <p:nvGrpSpPr>
            <p:cNvPr id="10" name="Group 6">
              <a:extLst>
                <a:ext uri="{FF2B5EF4-FFF2-40B4-BE49-F238E27FC236}">
                  <a16:creationId xmlns:a16="http://schemas.microsoft.com/office/drawing/2014/main" id="{4665D0F8-3A79-4A96-87E2-6D5CCAD2392C}"/>
                </a:ext>
              </a:extLst>
            </p:cNvPr>
            <p:cNvGrpSpPr/>
            <p:nvPr/>
          </p:nvGrpSpPr>
          <p:grpSpPr>
            <a:xfrm>
              <a:off x="0" y="1474612"/>
              <a:ext cx="1805234" cy="1392885"/>
              <a:chOff x="1009650" y="2102584"/>
              <a:chExt cx="3678465" cy="2838234"/>
            </a:xfrm>
            <a:solidFill>
              <a:schemeClr val="accent1"/>
            </a:solidFill>
          </p:grpSpPr>
          <p:sp>
            <p:nvSpPr>
              <p:cNvPr id="15" name="Block Arc 3">
                <a:extLst>
                  <a:ext uri="{FF2B5EF4-FFF2-40B4-BE49-F238E27FC236}">
                    <a16:creationId xmlns:a16="http://schemas.microsoft.com/office/drawing/2014/main" id="{1F8D663C-6792-4B66-891D-3C9EDAD7606B}"/>
                  </a:ext>
                </a:extLst>
              </p:cNvPr>
              <p:cNvSpPr/>
              <p:nvPr/>
            </p:nvSpPr>
            <p:spPr>
              <a:xfrm>
                <a:off x="1009650" y="2102584"/>
                <a:ext cx="2838234" cy="2838234"/>
              </a:xfrm>
              <a:prstGeom prst="blockArc">
                <a:avLst>
                  <a:gd name="adj1" fmla="val 21570102"/>
                  <a:gd name="adj2" fmla="val 17581411"/>
                  <a:gd name="adj3" fmla="val 10584"/>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6" name="Arrow: Right 5">
                <a:extLst>
                  <a:ext uri="{FF2B5EF4-FFF2-40B4-BE49-F238E27FC236}">
                    <a16:creationId xmlns:a16="http://schemas.microsoft.com/office/drawing/2014/main" id="{CE3354A9-E143-47C9-AFDE-03B25E318A4A}"/>
                  </a:ext>
                </a:extLst>
              </p:cNvPr>
              <p:cNvSpPr/>
              <p:nvPr/>
            </p:nvSpPr>
            <p:spPr>
              <a:xfrm>
                <a:off x="3541485" y="3216902"/>
                <a:ext cx="1146630" cy="609600"/>
              </a:xfrm>
              <a:prstGeom prst="rightArrow">
                <a:avLst>
                  <a:gd name="adj1" fmla="val 50000"/>
                  <a:gd name="adj2" fmla="val 73810"/>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347700A9-0092-42CF-8431-F51CF5BA2FB7}"/>
                </a:ext>
              </a:extLst>
            </p:cNvPr>
            <p:cNvSpPr txBox="1"/>
            <p:nvPr/>
          </p:nvSpPr>
          <p:spPr>
            <a:xfrm>
              <a:off x="33459" y="1571998"/>
              <a:ext cx="1325966" cy="1274502"/>
            </a:xfrm>
            <a:prstGeom prst="rect">
              <a:avLst/>
            </a:prstGeom>
            <a:noFill/>
          </p:spPr>
          <p:txBody>
            <a:bodyPr wrap="square" rtlCol="0">
              <a:spAutoFit/>
            </a:bodyPr>
            <a:lstStyle/>
            <a:p>
              <a:pPr algn="ctr" defTabSz="685800">
                <a:buClrTx/>
                <a:defRPr/>
              </a:pPr>
              <a:r>
                <a:rPr lang="en-GB" sz="6000" b="1" kern="1200" dirty="0">
                  <a:solidFill>
                    <a:srgbClr val="FF7400"/>
                  </a:solidFill>
                  <a:latin typeface="Open Sans" panose="020B0606030504020204" pitchFamily="34" charset="0"/>
                  <a:ea typeface="Noto Sans" panose="020B0502040504020204" pitchFamily="34"/>
                  <a:cs typeface="Noto Sans" panose="020B0502040504020204" pitchFamily="34"/>
                </a:rPr>
                <a:t>6</a:t>
              </a:r>
              <a:endParaRPr lang="en-GB" sz="6000" b="1" kern="1200" dirty="0">
                <a:solidFill>
                  <a:srgbClr val="FF7400"/>
                </a:solidFill>
                <a:latin typeface="Noto Sans" panose="020B0502040504020204" pitchFamily="34"/>
                <a:ea typeface="Noto Sans" panose="020B0502040504020204" pitchFamily="34"/>
                <a:cs typeface="Noto Sans" panose="020B0502040504020204" pitchFamily="34"/>
              </a:endParaRPr>
            </a:p>
          </p:txBody>
        </p:sp>
        <p:sp>
          <p:nvSpPr>
            <p:cNvPr id="14" name="TextBox 28" descr="Introduction&#10;">
              <a:extLst>
                <a:ext uri="{FF2B5EF4-FFF2-40B4-BE49-F238E27FC236}">
                  <a16:creationId xmlns:a16="http://schemas.microsoft.com/office/drawing/2014/main" id="{5152D8FC-1C1F-4FD9-BDA8-FF157E05D601}"/>
                </a:ext>
                <a:ext uri="{C183D7F6-B498-43B3-948B-1728B52AA6E4}">
                  <adec:decorative xmlns:adec="http://schemas.microsoft.com/office/drawing/2017/decorative" val="0"/>
                </a:ext>
              </a:extLst>
            </p:cNvPr>
            <p:cNvSpPr txBox="1"/>
            <p:nvPr/>
          </p:nvSpPr>
          <p:spPr>
            <a:xfrm>
              <a:off x="119787" y="2943887"/>
              <a:ext cx="1776506"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Résultats</a:t>
              </a:r>
              <a:r>
                <a:rPr lang="en-GB" sz="1600" b="1" kern="1200" dirty="0">
                  <a:latin typeface="Noto Sans" panose="020B0502040504020204" pitchFamily="34"/>
                  <a:ea typeface="Noto Sans" panose="020B0502040504020204" pitchFamily="34"/>
                  <a:cs typeface="Noto Sans" panose="020B0502040504020204" pitchFamily="34"/>
                </a:rPr>
                <a:t> et Validation</a:t>
              </a:r>
            </a:p>
          </p:txBody>
        </p:sp>
      </p:grpSp>
      <p:sp>
        <p:nvSpPr>
          <p:cNvPr id="22" name="Shape 1">
            <a:extLst>
              <a:ext uri="{FF2B5EF4-FFF2-40B4-BE49-F238E27FC236}">
                <a16:creationId xmlns:a16="http://schemas.microsoft.com/office/drawing/2014/main" id="{ABA2E2BE-C80E-4864-A849-23D6B0AE1C67}"/>
              </a:ext>
            </a:extLst>
          </p:cNvPr>
          <p:cNvSpPr/>
          <p:nvPr/>
        </p:nvSpPr>
        <p:spPr>
          <a:xfrm>
            <a:off x="1862599" y="1268261"/>
            <a:ext cx="2370665" cy="672547"/>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Salle éclairée</a:t>
            </a:r>
            <a:endParaRPr lang="en-US" sz="1800" b="1" dirty="0">
              <a:solidFill>
                <a:schemeClr val="bg1"/>
              </a:solidFill>
            </a:endParaRPr>
          </a:p>
        </p:txBody>
      </p:sp>
      <p:sp>
        <p:nvSpPr>
          <p:cNvPr id="23" name="Shape 1">
            <a:extLst>
              <a:ext uri="{FF2B5EF4-FFF2-40B4-BE49-F238E27FC236}">
                <a16:creationId xmlns:a16="http://schemas.microsoft.com/office/drawing/2014/main" id="{53072C2A-31EB-4F9D-AE46-AF6C5713EE23}"/>
              </a:ext>
            </a:extLst>
          </p:cNvPr>
          <p:cNvSpPr/>
          <p:nvPr/>
        </p:nvSpPr>
        <p:spPr>
          <a:xfrm>
            <a:off x="4290873" y="1268262"/>
            <a:ext cx="2370665" cy="672546"/>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Conditions réelles dans un véhicule</a:t>
            </a:r>
            <a:endParaRPr lang="en-US" sz="1800" b="1" dirty="0">
              <a:solidFill>
                <a:schemeClr val="bg1"/>
              </a:solidFill>
            </a:endParaRPr>
          </a:p>
        </p:txBody>
      </p:sp>
      <p:sp>
        <p:nvSpPr>
          <p:cNvPr id="24" name="Shape 1">
            <a:extLst>
              <a:ext uri="{FF2B5EF4-FFF2-40B4-BE49-F238E27FC236}">
                <a16:creationId xmlns:a16="http://schemas.microsoft.com/office/drawing/2014/main" id="{CEBE3815-1D16-4F7B-B378-4742EE730C90}"/>
              </a:ext>
            </a:extLst>
          </p:cNvPr>
          <p:cNvSpPr/>
          <p:nvPr/>
        </p:nvSpPr>
        <p:spPr>
          <a:xfrm>
            <a:off x="6719147" y="1268262"/>
            <a:ext cx="2370665" cy="672546"/>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Tests en conditions nocturnes</a:t>
            </a:r>
            <a:endParaRPr lang="en-US" sz="1800" b="1" dirty="0">
              <a:solidFill>
                <a:schemeClr val="bg1"/>
              </a:solidFill>
            </a:endParaRPr>
          </a:p>
        </p:txBody>
      </p:sp>
      <p:pic>
        <p:nvPicPr>
          <p:cNvPr id="13" name="Image 12">
            <a:extLst>
              <a:ext uri="{FF2B5EF4-FFF2-40B4-BE49-F238E27FC236}">
                <a16:creationId xmlns:a16="http://schemas.microsoft.com/office/drawing/2014/main" id="{72AFC14E-AC8A-4193-9BDF-64E40DE1043C}"/>
              </a:ext>
            </a:extLst>
          </p:cNvPr>
          <p:cNvPicPr/>
          <p:nvPr/>
        </p:nvPicPr>
        <p:blipFill rotWithShape="1">
          <a:blip r:embed="rId3"/>
          <a:srcRect l="4151" t="4560" r="5260"/>
          <a:stretch/>
        </p:blipFill>
        <p:spPr bwMode="auto">
          <a:xfrm>
            <a:off x="2213055" y="5601399"/>
            <a:ext cx="1669751" cy="2092897"/>
          </a:xfrm>
          <a:prstGeom prst="rect">
            <a:avLst/>
          </a:prstGeom>
          <a:ln>
            <a:noFill/>
          </a:ln>
          <a:extLst>
            <a:ext uri="{53640926-AAD7-44D8-BBD7-CCE9431645EC}">
              <a14:shadowObscured xmlns:a14="http://schemas.microsoft.com/office/drawing/2010/main"/>
            </a:ext>
          </a:extLst>
        </p:spPr>
      </p:pic>
      <p:pic>
        <p:nvPicPr>
          <p:cNvPr id="3" name="Image 2">
            <a:extLst>
              <a:ext uri="{FF2B5EF4-FFF2-40B4-BE49-F238E27FC236}">
                <a16:creationId xmlns:a16="http://schemas.microsoft.com/office/drawing/2014/main" id="{D99DE772-3417-44B3-A3FF-2FA71923B400}"/>
              </a:ext>
            </a:extLst>
          </p:cNvPr>
          <p:cNvPicPr>
            <a:picLocks noChangeAspect="1"/>
          </p:cNvPicPr>
          <p:nvPr/>
        </p:nvPicPr>
        <p:blipFill rotWithShape="1">
          <a:blip r:embed="rId4"/>
          <a:srcRect l="10225" t="2280" r="10939" b="7524"/>
          <a:stretch/>
        </p:blipFill>
        <p:spPr>
          <a:xfrm>
            <a:off x="4641329" y="5422900"/>
            <a:ext cx="1669751" cy="2092896"/>
          </a:xfrm>
          <a:prstGeom prst="rect">
            <a:avLst/>
          </a:prstGeom>
        </p:spPr>
      </p:pic>
      <p:pic>
        <p:nvPicPr>
          <p:cNvPr id="5" name="Image 4">
            <a:extLst>
              <a:ext uri="{FF2B5EF4-FFF2-40B4-BE49-F238E27FC236}">
                <a16:creationId xmlns:a16="http://schemas.microsoft.com/office/drawing/2014/main" id="{589D7758-A191-435D-B58B-2F9C80D64699}"/>
              </a:ext>
            </a:extLst>
          </p:cNvPr>
          <p:cNvPicPr>
            <a:picLocks noChangeAspect="1"/>
          </p:cNvPicPr>
          <p:nvPr/>
        </p:nvPicPr>
        <p:blipFill>
          <a:blip r:embed="rId5"/>
          <a:stretch>
            <a:fillRect/>
          </a:stretch>
        </p:blipFill>
        <p:spPr>
          <a:xfrm>
            <a:off x="7128079" y="5533639"/>
            <a:ext cx="1552799" cy="2114619"/>
          </a:xfrm>
          <a:prstGeom prst="rect">
            <a:avLst/>
          </a:prstGeom>
        </p:spPr>
      </p:pic>
      <p:grpSp>
        <p:nvGrpSpPr>
          <p:cNvPr id="19" name="Groupe 18">
            <a:extLst>
              <a:ext uri="{FF2B5EF4-FFF2-40B4-BE49-F238E27FC236}">
                <a16:creationId xmlns:a16="http://schemas.microsoft.com/office/drawing/2014/main" id="{78458523-480F-468E-9EEC-068F08F99C49}"/>
              </a:ext>
            </a:extLst>
          </p:cNvPr>
          <p:cNvGrpSpPr/>
          <p:nvPr/>
        </p:nvGrpSpPr>
        <p:grpSpPr>
          <a:xfrm>
            <a:off x="0" y="0"/>
            <a:ext cx="598171" cy="601980"/>
            <a:chOff x="-1" y="0"/>
            <a:chExt cx="598171" cy="601980"/>
          </a:xfrm>
          <a:solidFill>
            <a:srgbClr val="FF7400"/>
          </a:solidFill>
        </p:grpSpPr>
        <p:sp>
          <p:nvSpPr>
            <p:cNvPr id="20" name="Forme en L 19">
              <a:extLst>
                <a:ext uri="{FF2B5EF4-FFF2-40B4-BE49-F238E27FC236}">
                  <a16:creationId xmlns:a16="http://schemas.microsoft.com/office/drawing/2014/main" id="{FD9B6A2F-C3F9-4BF8-9A7B-23D575FE9F0A}"/>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D74E7786-0D44-4BED-AA0B-C9B62739E764}"/>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Rectangle 24">
            <a:extLst>
              <a:ext uri="{FF2B5EF4-FFF2-40B4-BE49-F238E27FC236}">
                <a16:creationId xmlns:a16="http://schemas.microsoft.com/office/drawing/2014/main" id="{29D5F16F-4C49-4EF4-B162-F452059099D3}"/>
              </a:ext>
            </a:extLst>
          </p:cNvPr>
          <p:cNvSpPr/>
          <p:nvPr/>
        </p:nvSpPr>
        <p:spPr>
          <a:xfrm>
            <a:off x="8768715" y="339090"/>
            <a:ext cx="201930" cy="207645"/>
          </a:xfrm>
          <a:prstGeom prst="rect">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86653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3.95062E-6 L 0.0033 -0.66975 " pathEditMode="relative" rAng="0" ptsTypes="AA">
                                      <p:cBhvr>
                                        <p:cTn id="6" dur="2000" fill="hold"/>
                                        <p:tgtEl>
                                          <p:spTgt spid="13"/>
                                        </p:tgtEl>
                                        <p:attrNameLst>
                                          <p:attrName>ppt_x</p:attrName>
                                          <p:attrName>ppt_y</p:attrName>
                                        </p:attrNameLst>
                                      </p:cBhvr>
                                      <p:rCtr x="156" y="-33488"/>
                                    </p:animMotion>
                                  </p:childTnLst>
                                </p:cTn>
                              </p:par>
                              <p:par>
                                <p:cTn id="7" presetID="42" presetClass="path" presetSubtype="0" accel="50000" decel="50000" fill="hold" nodeType="withEffect">
                                  <p:stCondLst>
                                    <p:cond delay="0"/>
                                  </p:stCondLst>
                                  <p:childTnLst>
                                    <p:animMotion origin="layout" path="M -4.72222E-6 3.95062E-6 L 0.00122 -0.63519 " pathEditMode="relative" rAng="0" ptsTypes="AA">
                                      <p:cBhvr>
                                        <p:cTn id="8" dur="2000" fill="hold"/>
                                        <p:tgtEl>
                                          <p:spTgt spid="3"/>
                                        </p:tgtEl>
                                        <p:attrNameLst>
                                          <p:attrName>ppt_x</p:attrName>
                                          <p:attrName>ppt_y</p:attrName>
                                        </p:attrNameLst>
                                      </p:cBhvr>
                                      <p:rCtr x="52" y="-31759"/>
                                    </p:animMotion>
                                  </p:childTnLst>
                                </p:cTn>
                              </p:par>
                              <p:par>
                                <p:cTn id="9" presetID="42" presetClass="path" presetSubtype="0" accel="50000" decel="50000" fill="hold" nodeType="withEffect">
                                  <p:stCondLst>
                                    <p:cond delay="0"/>
                                  </p:stCondLst>
                                  <p:childTnLst>
                                    <p:animMotion origin="layout" path="M 2.77778E-7 -1.48148E-6 L 0.00399 -0.65895 " pathEditMode="relative" rAng="0" ptsTypes="AA">
                                      <p:cBhvr>
                                        <p:cTn id="10" dur="2000" fill="hold"/>
                                        <p:tgtEl>
                                          <p:spTgt spid="5"/>
                                        </p:tgtEl>
                                        <p:attrNameLst>
                                          <p:attrName>ppt_x</p:attrName>
                                          <p:attrName>ppt_y</p:attrName>
                                        </p:attrNameLst>
                                      </p:cBhvr>
                                      <p:rCtr x="191" y="-329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2" name="ZoneTexte 11">
            <a:extLst>
              <a:ext uri="{FF2B5EF4-FFF2-40B4-BE49-F238E27FC236}">
                <a16:creationId xmlns:a16="http://schemas.microsoft.com/office/drawing/2014/main" id="{A2980322-1D32-409A-87F6-1E5CDD7269B8}"/>
              </a:ext>
            </a:extLst>
          </p:cNvPr>
          <p:cNvSpPr txBox="1"/>
          <p:nvPr/>
        </p:nvSpPr>
        <p:spPr>
          <a:xfrm>
            <a:off x="2921974" y="360990"/>
            <a:ext cx="4826719" cy="584775"/>
          </a:xfrm>
          <a:prstGeom prst="rect">
            <a:avLst/>
          </a:prstGeom>
          <a:noFill/>
        </p:spPr>
        <p:txBody>
          <a:bodyPr wrap="square">
            <a:spAutoFit/>
          </a:bodyPr>
          <a:lstStyle/>
          <a:p>
            <a:r>
              <a:rPr lang="fr-FR" sz="3200" b="1" dirty="0">
                <a:solidFill>
                  <a:srgbClr val="FF7400"/>
                </a:solidFill>
              </a:rPr>
              <a:t>Performances obtenues </a:t>
            </a:r>
          </a:p>
        </p:txBody>
      </p:sp>
      <p:grpSp>
        <p:nvGrpSpPr>
          <p:cNvPr id="9" name="Groupe 8">
            <a:extLst>
              <a:ext uri="{FF2B5EF4-FFF2-40B4-BE49-F238E27FC236}">
                <a16:creationId xmlns:a16="http://schemas.microsoft.com/office/drawing/2014/main" id="{CAD6B2A2-FB3C-4275-8742-1E61AA47CE2B}"/>
              </a:ext>
            </a:extLst>
          </p:cNvPr>
          <p:cNvGrpSpPr/>
          <p:nvPr/>
        </p:nvGrpSpPr>
        <p:grpSpPr>
          <a:xfrm>
            <a:off x="217883" y="1693923"/>
            <a:ext cx="1517130" cy="1755654"/>
            <a:chOff x="0" y="1474612"/>
            <a:chExt cx="1896293" cy="2203079"/>
          </a:xfrm>
        </p:grpSpPr>
        <p:grpSp>
          <p:nvGrpSpPr>
            <p:cNvPr id="10" name="Group 6">
              <a:extLst>
                <a:ext uri="{FF2B5EF4-FFF2-40B4-BE49-F238E27FC236}">
                  <a16:creationId xmlns:a16="http://schemas.microsoft.com/office/drawing/2014/main" id="{4665D0F8-3A79-4A96-87E2-6D5CCAD2392C}"/>
                </a:ext>
              </a:extLst>
            </p:cNvPr>
            <p:cNvGrpSpPr/>
            <p:nvPr/>
          </p:nvGrpSpPr>
          <p:grpSpPr>
            <a:xfrm>
              <a:off x="0" y="1474612"/>
              <a:ext cx="1805234" cy="1392885"/>
              <a:chOff x="1009650" y="2102584"/>
              <a:chExt cx="3678465" cy="2838234"/>
            </a:xfrm>
            <a:solidFill>
              <a:schemeClr val="accent1"/>
            </a:solidFill>
          </p:grpSpPr>
          <p:sp>
            <p:nvSpPr>
              <p:cNvPr id="15" name="Block Arc 3">
                <a:extLst>
                  <a:ext uri="{FF2B5EF4-FFF2-40B4-BE49-F238E27FC236}">
                    <a16:creationId xmlns:a16="http://schemas.microsoft.com/office/drawing/2014/main" id="{1F8D663C-6792-4B66-891D-3C9EDAD7606B}"/>
                  </a:ext>
                </a:extLst>
              </p:cNvPr>
              <p:cNvSpPr/>
              <p:nvPr/>
            </p:nvSpPr>
            <p:spPr>
              <a:xfrm>
                <a:off x="1009650" y="2102584"/>
                <a:ext cx="2838234" cy="2838234"/>
              </a:xfrm>
              <a:prstGeom prst="blockArc">
                <a:avLst>
                  <a:gd name="adj1" fmla="val 21570102"/>
                  <a:gd name="adj2" fmla="val 17581411"/>
                  <a:gd name="adj3" fmla="val 10584"/>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6" name="Arrow: Right 5">
                <a:extLst>
                  <a:ext uri="{FF2B5EF4-FFF2-40B4-BE49-F238E27FC236}">
                    <a16:creationId xmlns:a16="http://schemas.microsoft.com/office/drawing/2014/main" id="{CE3354A9-E143-47C9-AFDE-03B25E318A4A}"/>
                  </a:ext>
                </a:extLst>
              </p:cNvPr>
              <p:cNvSpPr/>
              <p:nvPr/>
            </p:nvSpPr>
            <p:spPr>
              <a:xfrm>
                <a:off x="3541485" y="3216902"/>
                <a:ext cx="1146630" cy="609600"/>
              </a:xfrm>
              <a:prstGeom prst="rightArrow">
                <a:avLst>
                  <a:gd name="adj1" fmla="val 50000"/>
                  <a:gd name="adj2" fmla="val 73810"/>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347700A9-0092-42CF-8431-F51CF5BA2FB7}"/>
                </a:ext>
              </a:extLst>
            </p:cNvPr>
            <p:cNvSpPr txBox="1"/>
            <p:nvPr/>
          </p:nvSpPr>
          <p:spPr>
            <a:xfrm>
              <a:off x="33459" y="1571998"/>
              <a:ext cx="1325966" cy="1274502"/>
            </a:xfrm>
            <a:prstGeom prst="rect">
              <a:avLst/>
            </a:prstGeom>
            <a:noFill/>
          </p:spPr>
          <p:txBody>
            <a:bodyPr wrap="square" rtlCol="0">
              <a:spAutoFit/>
            </a:bodyPr>
            <a:lstStyle/>
            <a:p>
              <a:pPr algn="ctr" defTabSz="685800">
                <a:buClrTx/>
                <a:defRPr/>
              </a:pPr>
              <a:r>
                <a:rPr lang="en-GB" sz="6000" b="1" kern="1200" dirty="0">
                  <a:solidFill>
                    <a:srgbClr val="FF7400"/>
                  </a:solidFill>
                  <a:latin typeface="Open Sans" panose="020B0606030504020204" pitchFamily="34" charset="0"/>
                  <a:ea typeface="Noto Sans" panose="020B0502040504020204" pitchFamily="34"/>
                  <a:cs typeface="Noto Sans" panose="020B0502040504020204" pitchFamily="34"/>
                </a:rPr>
                <a:t>6</a:t>
              </a:r>
              <a:endParaRPr lang="en-GB" sz="6000" b="1" kern="1200" dirty="0">
                <a:solidFill>
                  <a:srgbClr val="FF7400"/>
                </a:solidFill>
                <a:latin typeface="Noto Sans" panose="020B0502040504020204" pitchFamily="34"/>
                <a:ea typeface="Noto Sans" panose="020B0502040504020204" pitchFamily="34"/>
                <a:cs typeface="Noto Sans" panose="020B0502040504020204" pitchFamily="34"/>
              </a:endParaRPr>
            </a:p>
          </p:txBody>
        </p:sp>
        <p:sp>
          <p:nvSpPr>
            <p:cNvPr id="14" name="TextBox 28" descr="Introduction&#10;">
              <a:extLst>
                <a:ext uri="{FF2B5EF4-FFF2-40B4-BE49-F238E27FC236}">
                  <a16:creationId xmlns:a16="http://schemas.microsoft.com/office/drawing/2014/main" id="{5152D8FC-1C1F-4FD9-BDA8-FF157E05D601}"/>
                </a:ext>
                <a:ext uri="{C183D7F6-B498-43B3-948B-1728B52AA6E4}">
                  <adec:decorative xmlns:adec="http://schemas.microsoft.com/office/drawing/2017/decorative" val="0"/>
                </a:ext>
              </a:extLst>
            </p:cNvPr>
            <p:cNvSpPr txBox="1"/>
            <p:nvPr/>
          </p:nvSpPr>
          <p:spPr>
            <a:xfrm>
              <a:off x="119787" y="2943887"/>
              <a:ext cx="1776506"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Résultats</a:t>
              </a:r>
              <a:r>
                <a:rPr lang="en-GB" sz="1600" b="1" kern="1200" dirty="0">
                  <a:latin typeface="Noto Sans" panose="020B0502040504020204" pitchFamily="34"/>
                  <a:ea typeface="Noto Sans" panose="020B0502040504020204" pitchFamily="34"/>
                  <a:cs typeface="Noto Sans" panose="020B0502040504020204" pitchFamily="34"/>
                </a:rPr>
                <a:t> et Validation</a:t>
              </a:r>
            </a:p>
          </p:txBody>
        </p:sp>
      </p:grpSp>
      <p:sp>
        <p:nvSpPr>
          <p:cNvPr id="17" name="Shape 1">
            <a:extLst>
              <a:ext uri="{FF2B5EF4-FFF2-40B4-BE49-F238E27FC236}">
                <a16:creationId xmlns:a16="http://schemas.microsoft.com/office/drawing/2014/main" id="{0DFAE7DE-CA8A-4045-B362-C40C0CB1D35B}"/>
              </a:ext>
            </a:extLst>
          </p:cNvPr>
          <p:cNvSpPr/>
          <p:nvPr/>
        </p:nvSpPr>
        <p:spPr>
          <a:xfrm>
            <a:off x="1953356" y="1145957"/>
            <a:ext cx="2370665" cy="775406"/>
          </a:xfrm>
          <a:prstGeom prst="roundRect">
            <a:avLst>
              <a:gd name="adj" fmla="val 4572"/>
            </a:avLst>
          </a:prstGeom>
          <a:solidFill>
            <a:srgbClr val="FF7400"/>
          </a:solidFill>
          <a:ln w="7620">
            <a:solidFill>
              <a:srgbClr val="C6BDDA"/>
            </a:solidFill>
            <a:prstDash val="solid"/>
          </a:ln>
        </p:spPr>
        <p:txBody>
          <a:bodyPr/>
          <a:lstStyle/>
          <a:p>
            <a:pPr algn="ctr"/>
            <a:r>
              <a:rPr lang="fr-FR" altLang="fr-FR" sz="1800" b="1" dirty="0">
                <a:solidFill>
                  <a:schemeClr val="bg1"/>
                </a:solidFill>
              </a:rPr>
              <a:t>Clignement d’yeux : 84 %</a:t>
            </a:r>
            <a:endParaRPr lang="en-US" sz="1800" b="1" dirty="0">
              <a:solidFill>
                <a:schemeClr val="bg1"/>
              </a:solidFill>
            </a:endParaRPr>
          </a:p>
        </p:txBody>
      </p:sp>
      <p:sp>
        <p:nvSpPr>
          <p:cNvPr id="19" name="Shape 1">
            <a:extLst>
              <a:ext uri="{FF2B5EF4-FFF2-40B4-BE49-F238E27FC236}">
                <a16:creationId xmlns:a16="http://schemas.microsoft.com/office/drawing/2014/main" id="{75C418F4-F40F-44EF-827F-B5D3FB06FE7F}"/>
              </a:ext>
            </a:extLst>
          </p:cNvPr>
          <p:cNvSpPr/>
          <p:nvPr/>
        </p:nvSpPr>
        <p:spPr>
          <a:xfrm>
            <a:off x="4150000" y="2184597"/>
            <a:ext cx="2370665" cy="775406"/>
          </a:xfrm>
          <a:prstGeom prst="roundRect">
            <a:avLst>
              <a:gd name="adj" fmla="val 4572"/>
            </a:avLst>
          </a:prstGeom>
          <a:solidFill>
            <a:srgbClr val="FF7400"/>
          </a:solidFill>
          <a:ln w="7620">
            <a:solidFill>
              <a:srgbClr val="C6BDDA"/>
            </a:solidFill>
            <a:prstDash val="solid"/>
          </a:ln>
        </p:spPr>
        <p:txBody>
          <a:bodyPr/>
          <a:lstStyle/>
          <a:p>
            <a:pPr algn="ctr" eaLnBrk="0" fontAlgn="base" hangingPunct="0">
              <a:spcBef>
                <a:spcPct val="0"/>
              </a:spcBef>
              <a:spcAft>
                <a:spcPct val="0"/>
              </a:spcAft>
              <a:buClrTx/>
            </a:pPr>
            <a:r>
              <a:rPr lang="fr-FR" altLang="fr-FR" sz="1800" b="1" dirty="0">
                <a:solidFill>
                  <a:schemeClr val="bg1"/>
                </a:solidFill>
              </a:rPr>
              <a:t>Bâillement : 95 %</a:t>
            </a:r>
          </a:p>
        </p:txBody>
      </p:sp>
      <p:sp>
        <p:nvSpPr>
          <p:cNvPr id="20" name="Shape 1">
            <a:extLst>
              <a:ext uri="{FF2B5EF4-FFF2-40B4-BE49-F238E27FC236}">
                <a16:creationId xmlns:a16="http://schemas.microsoft.com/office/drawing/2014/main" id="{83B5A399-6A9E-49B6-87CA-A061AE871F56}"/>
              </a:ext>
            </a:extLst>
          </p:cNvPr>
          <p:cNvSpPr/>
          <p:nvPr/>
        </p:nvSpPr>
        <p:spPr>
          <a:xfrm>
            <a:off x="6199774" y="3246515"/>
            <a:ext cx="2370665" cy="775406"/>
          </a:xfrm>
          <a:prstGeom prst="roundRect">
            <a:avLst>
              <a:gd name="adj" fmla="val 4572"/>
            </a:avLst>
          </a:prstGeom>
          <a:solidFill>
            <a:srgbClr val="FF7400"/>
          </a:solidFill>
          <a:ln w="7620">
            <a:solidFill>
              <a:srgbClr val="C6BDDA"/>
            </a:solidFill>
            <a:prstDash val="solid"/>
          </a:ln>
        </p:spPr>
        <p:txBody>
          <a:bodyPr/>
          <a:lstStyle/>
          <a:p>
            <a:pPr algn="ctr" eaLnBrk="0" fontAlgn="base" hangingPunct="0">
              <a:spcBef>
                <a:spcPct val="0"/>
              </a:spcBef>
              <a:spcAft>
                <a:spcPct val="0"/>
              </a:spcAft>
              <a:buClrTx/>
            </a:pPr>
            <a:r>
              <a:rPr lang="fr-FR" altLang="fr-FR" sz="1800" b="1" dirty="0">
                <a:solidFill>
                  <a:schemeClr val="bg1"/>
                </a:solidFill>
              </a:rPr>
              <a:t>Rythme cardiaque : 100 % (sur 2 tests)</a:t>
            </a:r>
          </a:p>
        </p:txBody>
      </p:sp>
      <p:sp>
        <p:nvSpPr>
          <p:cNvPr id="21" name="Shape 1">
            <a:extLst>
              <a:ext uri="{FF2B5EF4-FFF2-40B4-BE49-F238E27FC236}">
                <a16:creationId xmlns:a16="http://schemas.microsoft.com/office/drawing/2014/main" id="{D8D3030A-FC7C-40D2-961C-1761571F56F0}"/>
              </a:ext>
            </a:extLst>
          </p:cNvPr>
          <p:cNvSpPr/>
          <p:nvPr/>
        </p:nvSpPr>
        <p:spPr>
          <a:xfrm>
            <a:off x="1953356" y="3237085"/>
            <a:ext cx="2370665" cy="775406"/>
          </a:xfrm>
          <a:prstGeom prst="roundRect">
            <a:avLst>
              <a:gd name="adj" fmla="val 4572"/>
            </a:avLst>
          </a:prstGeom>
          <a:solidFill>
            <a:srgbClr val="FF7400"/>
          </a:solidFill>
          <a:ln w="7620">
            <a:solidFill>
              <a:srgbClr val="C6BDDA"/>
            </a:solidFill>
            <a:prstDash val="solid"/>
          </a:ln>
        </p:spPr>
        <p:txBody>
          <a:bodyPr/>
          <a:lstStyle/>
          <a:p>
            <a:pPr lvl="0" algn="ctr" defTabSz="914400" eaLnBrk="0" fontAlgn="base" latinLnBrk="0" hangingPunct="0">
              <a:spcBef>
                <a:spcPct val="0"/>
              </a:spcBef>
              <a:spcAft>
                <a:spcPct val="0"/>
              </a:spcAft>
              <a:buClrTx/>
              <a:buSzTx/>
              <a:tabLst/>
            </a:pPr>
            <a:r>
              <a:rPr lang="fr-FR" altLang="fr-FR" sz="1800" b="1" dirty="0">
                <a:solidFill>
                  <a:schemeClr val="bg1"/>
                </a:solidFill>
              </a:rPr>
              <a:t>Main proche du visage : 90 %</a:t>
            </a:r>
          </a:p>
        </p:txBody>
      </p:sp>
      <p:sp>
        <p:nvSpPr>
          <p:cNvPr id="24" name="Shape 1">
            <a:extLst>
              <a:ext uri="{FF2B5EF4-FFF2-40B4-BE49-F238E27FC236}">
                <a16:creationId xmlns:a16="http://schemas.microsoft.com/office/drawing/2014/main" id="{AC868952-4767-4D86-89A1-09CF6E24DAD3}"/>
              </a:ext>
            </a:extLst>
          </p:cNvPr>
          <p:cNvSpPr/>
          <p:nvPr/>
        </p:nvSpPr>
        <p:spPr>
          <a:xfrm>
            <a:off x="6199774" y="1141538"/>
            <a:ext cx="2370665" cy="775406"/>
          </a:xfrm>
          <a:prstGeom prst="roundRect">
            <a:avLst>
              <a:gd name="adj" fmla="val 4572"/>
            </a:avLst>
          </a:prstGeom>
          <a:solidFill>
            <a:srgbClr val="FF7400"/>
          </a:solidFill>
          <a:ln w="7620">
            <a:solidFill>
              <a:srgbClr val="C6BDDA"/>
            </a:solidFill>
            <a:prstDash val="solid"/>
          </a:ln>
        </p:spPr>
        <p:txBody>
          <a:bodyPr/>
          <a:lstStyle/>
          <a:p>
            <a:pPr marL="0" marR="0" lvl="0" indent="0" algn="ctr" defTabSz="914400" rtl="0" eaLnBrk="0" fontAlgn="base" latinLnBrk="0" hangingPunct="0">
              <a:lnSpc>
                <a:spcPct val="100000"/>
              </a:lnSpc>
              <a:spcBef>
                <a:spcPct val="0"/>
              </a:spcBef>
              <a:spcAft>
                <a:spcPct val="0"/>
              </a:spcAft>
              <a:buClrTx/>
              <a:buSzTx/>
              <a:tabLst/>
            </a:pPr>
            <a:r>
              <a:rPr lang="fr-FR" altLang="fr-FR" sz="1800" b="1" dirty="0">
                <a:solidFill>
                  <a:schemeClr val="bg1"/>
                </a:solidFill>
              </a:rPr>
              <a:t>Somnolence : 95 %</a:t>
            </a:r>
          </a:p>
        </p:txBody>
      </p:sp>
      <p:grpSp>
        <p:nvGrpSpPr>
          <p:cNvPr id="25" name="Groupe 24">
            <a:extLst>
              <a:ext uri="{FF2B5EF4-FFF2-40B4-BE49-F238E27FC236}">
                <a16:creationId xmlns:a16="http://schemas.microsoft.com/office/drawing/2014/main" id="{EFBBAF28-3F50-411B-ABDA-46FC531A92D8}"/>
              </a:ext>
            </a:extLst>
          </p:cNvPr>
          <p:cNvGrpSpPr/>
          <p:nvPr/>
        </p:nvGrpSpPr>
        <p:grpSpPr>
          <a:xfrm>
            <a:off x="0" y="0"/>
            <a:ext cx="598171" cy="601980"/>
            <a:chOff x="-1" y="0"/>
            <a:chExt cx="598171" cy="601980"/>
          </a:xfrm>
          <a:solidFill>
            <a:srgbClr val="FF7400"/>
          </a:solidFill>
        </p:grpSpPr>
        <p:sp>
          <p:nvSpPr>
            <p:cNvPr id="26" name="Forme en L 25">
              <a:extLst>
                <a:ext uri="{FF2B5EF4-FFF2-40B4-BE49-F238E27FC236}">
                  <a16:creationId xmlns:a16="http://schemas.microsoft.com/office/drawing/2014/main" id="{3B19B7FE-5D0C-46DF-97AD-D362D629DDC0}"/>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D51F2962-7031-4551-9BED-87ED411B39C4}"/>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8" name="Rectangle 27">
            <a:extLst>
              <a:ext uri="{FF2B5EF4-FFF2-40B4-BE49-F238E27FC236}">
                <a16:creationId xmlns:a16="http://schemas.microsoft.com/office/drawing/2014/main" id="{0D4E8E02-1C85-4350-B352-E4E2DEB33D0C}"/>
              </a:ext>
            </a:extLst>
          </p:cNvPr>
          <p:cNvSpPr/>
          <p:nvPr/>
        </p:nvSpPr>
        <p:spPr>
          <a:xfrm>
            <a:off x="8768715" y="339090"/>
            <a:ext cx="201930" cy="207645"/>
          </a:xfrm>
          <a:prstGeom prst="rect">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361078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2" name="ZoneTexte 11">
            <a:extLst>
              <a:ext uri="{FF2B5EF4-FFF2-40B4-BE49-F238E27FC236}">
                <a16:creationId xmlns:a16="http://schemas.microsoft.com/office/drawing/2014/main" id="{A2980322-1D32-409A-87F6-1E5CDD7269B8}"/>
              </a:ext>
            </a:extLst>
          </p:cNvPr>
          <p:cNvSpPr txBox="1"/>
          <p:nvPr/>
        </p:nvSpPr>
        <p:spPr>
          <a:xfrm>
            <a:off x="3365592" y="394856"/>
            <a:ext cx="3885226" cy="584775"/>
          </a:xfrm>
          <a:prstGeom prst="rect">
            <a:avLst/>
          </a:prstGeom>
          <a:noFill/>
        </p:spPr>
        <p:txBody>
          <a:bodyPr wrap="square">
            <a:spAutoFit/>
          </a:bodyPr>
          <a:lstStyle/>
          <a:p>
            <a:r>
              <a:rPr lang="fr-FR" sz="3200" b="1" dirty="0">
                <a:solidFill>
                  <a:srgbClr val="FF7400"/>
                </a:solidFill>
              </a:rPr>
              <a:t>Limites observées </a:t>
            </a:r>
          </a:p>
        </p:txBody>
      </p:sp>
      <p:grpSp>
        <p:nvGrpSpPr>
          <p:cNvPr id="9" name="Groupe 8">
            <a:extLst>
              <a:ext uri="{FF2B5EF4-FFF2-40B4-BE49-F238E27FC236}">
                <a16:creationId xmlns:a16="http://schemas.microsoft.com/office/drawing/2014/main" id="{CAD6B2A2-FB3C-4275-8742-1E61AA47CE2B}"/>
              </a:ext>
            </a:extLst>
          </p:cNvPr>
          <p:cNvGrpSpPr/>
          <p:nvPr/>
        </p:nvGrpSpPr>
        <p:grpSpPr>
          <a:xfrm>
            <a:off x="217883" y="1693923"/>
            <a:ext cx="1517130" cy="1755654"/>
            <a:chOff x="0" y="1474612"/>
            <a:chExt cx="1896293" cy="2203079"/>
          </a:xfrm>
        </p:grpSpPr>
        <p:grpSp>
          <p:nvGrpSpPr>
            <p:cNvPr id="10" name="Group 6">
              <a:extLst>
                <a:ext uri="{FF2B5EF4-FFF2-40B4-BE49-F238E27FC236}">
                  <a16:creationId xmlns:a16="http://schemas.microsoft.com/office/drawing/2014/main" id="{4665D0F8-3A79-4A96-87E2-6D5CCAD2392C}"/>
                </a:ext>
              </a:extLst>
            </p:cNvPr>
            <p:cNvGrpSpPr/>
            <p:nvPr/>
          </p:nvGrpSpPr>
          <p:grpSpPr>
            <a:xfrm>
              <a:off x="0" y="1474612"/>
              <a:ext cx="1805234" cy="1392885"/>
              <a:chOff x="1009650" y="2102584"/>
              <a:chExt cx="3678465" cy="2838234"/>
            </a:xfrm>
            <a:solidFill>
              <a:schemeClr val="accent1"/>
            </a:solidFill>
          </p:grpSpPr>
          <p:sp>
            <p:nvSpPr>
              <p:cNvPr id="15" name="Block Arc 3">
                <a:extLst>
                  <a:ext uri="{FF2B5EF4-FFF2-40B4-BE49-F238E27FC236}">
                    <a16:creationId xmlns:a16="http://schemas.microsoft.com/office/drawing/2014/main" id="{1F8D663C-6792-4B66-891D-3C9EDAD7606B}"/>
                  </a:ext>
                </a:extLst>
              </p:cNvPr>
              <p:cNvSpPr/>
              <p:nvPr/>
            </p:nvSpPr>
            <p:spPr>
              <a:xfrm>
                <a:off x="1009650" y="2102584"/>
                <a:ext cx="2838234" cy="2838234"/>
              </a:xfrm>
              <a:prstGeom prst="blockArc">
                <a:avLst>
                  <a:gd name="adj1" fmla="val 21570102"/>
                  <a:gd name="adj2" fmla="val 17581411"/>
                  <a:gd name="adj3" fmla="val 10584"/>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6" name="Arrow: Right 5">
                <a:extLst>
                  <a:ext uri="{FF2B5EF4-FFF2-40B4-BE49-F238E27FC236}">
                    <a16:creationId xmlns:a16="http://schemas.microsoft.com/office/drawing/2014/main" id="{CE3354A9-E143-47C9-AFDE-03B25E318A4A}"/>
                  </a:ext>
                </a:extLst>
              </p:cNvPr>
              <p:cNvSpPr/>
              <p:nvPr/>
            </p:nvSpPr>
            <p:spPr>
              <a:xfrm>
                <a:off x="3541485" y="3216902"/>
                <a:ext cx="1146630" cy="609600"/>
              </a:xfrm>
              <a:prstGeom prst="rightArrow">
                <a:avLst>
                  <a:gd name="adj1" fmla="val 50000"/>
                  <a:gd name="adj2" fmla="val 73810"/>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347700A9-0092-42CF-8431-F51CF5BA2FB7}"/>
                </a:ext>
              </a:extLst>
            </p:cNvPr>
            <p:cNvSpPr txBox="1"/>
            <p:nvPr/>
          </p:nvSpPr>
          <p:spPr>
            <a:xfrm>
              <a:off x="33459" y="1571998"/>
              <a:ext cx="1325966" cy="1274502"/>
            </a:xfrm>
            <a:prstGeom prst="rect">
              <a:avLst/>
            </a:prstGeom>
            <a:noFill/>
          </p:spPr>
          <p:txBody>
            <a:bodyPr wrap="square" rtlCol="0">
              <a:spAutoFit/>
            </a:bodyPr>
            <a:lstStyle/>
            <a:p>
              <a:pPr algn="ctr" defTabSz="685800">
                <a:buClrTx/>
                <a:defRPr/>
              </a:pPr>
              <a:r>
                <a:rPr lang="en-GB" sz="6000" b="1" kern="1200" dirty="0">
                  <a:solidFill>
                    <a:srgbClr val="FF7400"/>
                  </a:solidFill>
                  <a:latin typeface="Open Sans" panose="020B0606030504020204" pitchFamily="34" charset="0"/>
                  <a:ea typeface="Noto Sans" panose="020B0502040504020204" pitchFamily="34"/>
                  <a:cs typeface="Noto Sans" panose="020B0502040504020204" pitchFamily="34"/>
                </a:rPr>
                <a:t>6</a:t>
              </a:r>
              <a:endParaRPr lang="en-GB" sz="6000" b="1" kern="1200" dirty="0">
                <a:solidFill>
                  <a:srgbClr val="FF7400"/>
                </a:solidFill>
                <a:latin typeface="Noto Sans" panose="020B0502040504020204" pitchFamily="34"/>
                <a:ea typeface="Noto Sans" panose="020B0502040504020204" pitchFamily="34"/>
                <a:cs typeface="Noto Sans" panose="020B0502040504020204" pitchFamily="34"/>
              </a:endParaRPr>
            </a:p>
          </p:txBody>
        </p:sp>
        <p:sp>
          <p:nvSpPr>
            <p:cNvPr id="14" name="TextBox 28" descr="Introduction&#10;">
              <a:extLst>
                <a:ext uri="{FF2B5EF4-FFF2-40B4-BE49-F238E27FC236}">
                  <a16:creationId xmlns:a16="http://schemas.microsoft.com/office/drawing/2014/main" id="{5152D8FC-1C1F-4FD9-BDA8-FF157E05D601}"/>
                </a:ext>
                <a:ext uri="{C183D7F6-B498-43B3-948B-1728B52AA6E4}">
                  <adec:decorative xmlns:adec="http://schemas.microsoft.com/office/drawing/2017/decorative" val="0"/>
                </a:ext>
              </a:extLst>
            </p:cNvPr>
            <p:cNvSpPr txBox="1"/>
            <p:nvPr/>
          </p:nvSpPr>
          <p:spPr>
            <a:xfrm>
              <a:off x="119787" y="2943887"/>
              <a:ext cx="1776506"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Résultats</a:t>
              </a:r>
              <a:r>
                <a:rPr lang="en-GB" sz="1600" b="1" kern="1200" dirty="0">
                  <a:latin typeface="Noto Sans" panose="020B0502040504020204" pitchFamily="34"/>
                  <a:ea typeface="Noto Sans" panose="020B0502040504020204" pitchFamily="34"/>
                  <a:cs typeface="Noto Sans" panose="020B0502040504020204" pitchFamily="34"/>
                </a:rPr>
                <a:t> et Validation</a:t>
              </a:r>
            </a:p>
          </p:txBody>
        </p:sp>
      </p:grpSp>
      <p:sp>
        <p:nvSpPr>
          <p:cNvPr id="22" name="Shape 1">
            <a:extLst>
              <a:ext uri="{FF2B5EF4-FFF2-40B4-BE49-F238E27FC236}">
                <a16:creationId xmlns:a16="http://schemas.microsoft.com/office/drawing/2014/main" id="{ABA2E2BE-C80E-4864-A849-23D6B0AE1C67}"/>
              </a:ext>
            </a:extLst>
          </p:cNvPr>
          <p:cNvSpPr/>
          <p:nvPr/>
        </p:nvSpPr>
        <p:spPr>
          <a:xfrm>
            <a:off x="2500032" y="1179362"/>
            <a:ext cx="5065199" cy="720875"/>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Sensibilité aux obstructions faciales (lunettes, casquette, bavette)</a:t>
            </a:r>
            <a:endParaRPr lang="en-US" sz="1800" b="1" dirty="0">
              <a:solidFill>
                <a:schemeClr val="bg1"/>
              </a:solidFill>
            </a:endParaRPr>
          </a:p>
        </p:txBody>
      </p:sp>
      <p:sp>
        <p:nvSpPr>
          <p:cNvPr id="19" name="Shape 1">
            <a:extLst>
              <a:ext uri="{FF2B5EF4-FFF2-40B4-BE49-F238E27FC236}">
                <a16:creationId xmlns:a16="http://schemas.microsoft.com/office/drawing/2014/main" id="{F1E5CA8B-7D47-47A1-9E14-3568A3B3FE3B}"/>
              </a:ext>
            </a:extLst>
          </p:cNvPr>
          <p:cNvSpPr/>
          <p:nvPr/>
        </p:nvSpPr>
        <p:spPr>
          <a:xfrm>
            <a:off x="2500030" y="2066127"/>
            <a:ext cx="5065199" cy="720875"/>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Difficulté en condition de faible luminosité ou de nuit</a:t>
            </a:r>
            <a:endParaRPr lang="en-US" sz="1800" b="1" dirty="0">
              <a:solidFill>
                <a:schemeClr val="bg1"/>
              </a:solidFill>
            </a:endParaRPr>
          </a:p>
        </p:txBody>
      </p:sp>
      <p:sp>
        <p:nvSpPr>
          <p:cNvPr id="20" name="Shape 1">
            <a:extLst>
              <a:ext uri="{FF2B5EF4-FFF2-40B4-BE49-F238E27FC236}">
                <a16:creationId xmlns:a16="http://schemas.microsoft.com/office/drawing/2014/main" id="{8BC91CA3-B682-43CE-B60E-4A901D99DDEE}"/>
              </a:ext>
            </a:extLst>
          </p:cNvPr>
          <p:cNvSpPr/>
          <p:nvPr/>
        </p:nvSpPr>
        <p:spPr>
          <a:xfrm>
            <a:off x="2500030" y="2957809"/>
            <a:ext cx="5065199" cy="720875"/>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Détection moins fiable avec des clignements très rapides</a:t>
            </a:r>
            <a:endParaRPr lang="en-US" sz="1800" b="1" dirty="0">
              <a:solidFill>
                <a:schemeClr val="bg1"/>
              </a:solidFill>
            </a:endParaRPr>
          </a:p>
        </p:txBody>
      </p:sp>
      <p:sp>
        <p:nvSpPr>
          <p:cNvPr id="21" name="Shape 1">
            <a:extLst>
              <a:ext uri="{FF2B5EF4-FFF2-40B4-BE49-F238E27FC236}">
                <a16:creationId xmlns:a16="http://schemas.microsoft.com/office/drawing/2014/main" id="{622C695F-DC32-4B29-BC8B-4FC8D7903FF1}"/>
              </a:ext>
            </a:extLst>
          </p:cNvPr>
          <p:cNvSpPr/>
          <p:nvPr/>
        </p:nvSpPr>
        <p:spPr>
          <a:xfrm>
            <a:off x="2500030" y="3849491"/>
            <a:ext cx="5065199" cy="720875"/>
          </a:xfrm>
          <a:prstGeom prst="roundRect">
            <a:avLst>
              <a:gd name="adj" fmla="val 4572"/>
            </a:avLst>
          </a:prstGeom>
          <a:solidFill>
            <a:srgbClr val="FF7400"/>
          </a:solidFill>
          <a:ln w="7620">
            <a:solidFill>
              <a:srgbClr val="C6BDDA"/>
            </a:solidFill>
            <a:prstDash val="solid"/>
          </a:ln>
        </p:spPr>
        <p:txBody>
          <a:bodyPr/>
          <a:lstStyle/>
          <a:p>
            <a:pPr algn="ctr"/>
            <a:r>
              <a:rPr lang="fr-FR" sz="1800" b="1" dirty="0">
                <a:solidFill>
                  <a:schemeClr val="bg1"/>
                </a:solidFill>
              </a:rPr>
              <a:t>Quelques cas de faux positifs pour la somnolence</a:t>
            </a:r>
            <a:endParaRPr lang="en-US" sz="1800" b="1" dirty="0">
              <a:solidFill>
                <a:schemeClr val="bg1"/>
              </a:solidFill>
            </a:endParaRPr>
          </a:p>
        </p:txBody>
      </p:sp>
      <p:grpSp>
        <p:nvGrpSpPr>
          <p:cNvPr id="24" name="Groupe 23">
            <a:extLst>
              <a:ext uri="{FF2B5EF4-FFF2-40B4-BE49-F238E27FC236}">
                <a16:creationId xmlns:a16="http://schemas.microsoft.com/office/drawing/2014/main" id="{9E76F3B4-F460-4DB3-A2A7-A8BCEDA90FAD}"/>
              </a:ext>
            </a:extLst>
          </p:cNvPr>
          <p:cNvGrpSpPr/>
          <p:nvPr/>
        </p:nvGrpSpPr>
        <p:grpSpPr>
          <a:xfrm>
            <a:off x="0" y="0"/>
            <a:ext cx="598171" cy="601980"/>
            <a:chOff x="-1" y="0"/>
            <a:chExt cx="598171" cy="601980"/>
          </a:xfrm>
          <a:solidFill>
            <a:srgbClr val="FF7400"/>
          </a:solidFill>
        </p:grpSpPr>
        <p:sp>
          <p:nvSpPr>
            <p:cNvPr id="25" name="Forme en L 24">
              <a:extLst>
                <a:ext uri="{FF2B5EF4-FFF2-40B4-BE49-F238E27FC236}">
                  <a16:creationId xmlns:a16="http://schemas.microsoft.com/office/drawing/2014/main" id="{F48B5083-21AB-4145-8C8C-04D7AD0E52BA}"/>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447E2515-179C-49E4-B193-DC943B1EA49C}"/>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Rectangle 26">
            <a:extLst>
              <a:ext uri="{FF2B5EF4-FFF2-40B4-BE49-F238E27FC236}">
                <a16:creationId xmlns:a16="http://schemas.microsoft.com/office/drawing/2014/main" id="{8114E1B5-5CE2-4EFD-9C3A-29C43A37A97A}"/>
              </a:ext>
            </a:extLst>
          </p:cNvPr>
          <p:cNvSpPr/>
          <p:nvPr/>
        </p:nvSpPr>
        <p:spPr>
          <a:xfrm>
            <a:off x="8768715" y="339090"/>
            <a:ext cx="201930" cy="207645"/>
          </a:xfrm>
          <a:prstGeom prst="rect">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55102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12" name="ZoneTexte 11">
            <a:extLst>
              <a:ext uri="{FF2B5EF4-FFF2-40B4-BE49-F238E27FC236}">
                <a16:creationId xmlns:a16="http://schemas.microsoft.com/office/drawing/2014/main" id="{A2980322-1D32-409A-87F6-1E5CDD7269B8}"/>
              </a:ext>
            </a:extLst>
          </p:cNvPr>
          <p:cNvSpPr txBox="1"/>
          <p:nvPr/>
        </p:nvSpPr>
        <p:spPr>
          <a:xfrm>
            <a:off x="3365592" y="394856"/>
            <a:ext cx="3885226" cy="584775"/>
          </a:xfrm>
          <a:prstGeom prst="rect">
            <a:avLst/>
          </a:prstGeom>
          <a:noFill/>
        </p:spPr>
        <p:txBody>
          <a:bodyPr wrap="square">
            <a:spAutoFit/>
          </a:bodyPr>
          <a:lstStyle/>
          <a:p>
            <a:r>
              <a:rPr lang="fr-FR" sz="3200" b="1" dirty="0" err="1">
                <a:solidFill>
                  <a:srgbClr val="FF7400"/>
                </a:solidFill>
              </a:rPr>
              <a:t>MediaPipe</a:t>
            </a:r>
            <a:r>
              <a:rPr lang="fr-FR" sz="3200" b="1" dirty="0">
                <a:solidFill>
                  <a:srgbClr val="FF7400"/>
                </a:solidFill>
              </a:rPr>
              <a:t> vs </a:t>
            </a:r>
            <a:r>
              <a:rPr lang="fr-FR" sz="3200" b="1" dirty="0" err="1">
                <a:solidFill>
                  <a:srgbClr val="FF7400"/>
                </a:solidFill>
              </a:rPr>
              <a:t>Dlib</a:t>
            </a:r>
            <a:endParaRPr lang="fr-FR" sz="3200" b="1" dirty="0">
              <a:solidFill>
                <a:srgbClr val="FF7400"/>
              </a:solidFill>
            </a:endParaRPr>
          </a:p>
        </p:txBody>
      </p:sp>
      <p:grpSp>
        <p:nvGrpSpPr>
          <p:cNvPr id="9" name="Groupe 8">
            <a:extLst>
              <a:ext uri="{FF2B5EF4-FFF2-40B4-BE49-F238E27FC236}">
                <a16:creationId xmlns:a16="http://schemas.microsoft.com/office/drawing/2014/main" id="{CAD6B2A2-FB3C-4275-8742-1E61AA47CE2B}"/>
              </a:ext>
            </a:extLst>
          </p:cNvPr>
          <p:cNvGrpSpPr/>
          <p:nvPr/>
        </p:nvGrpSpPr>
        <p:grpSpPr>
          <a:xfrm>
            <a:off x="217883" y="1693923"/>
            <a:ext cx="1517130" cy="1755654"/>
            <a:chOff x="0" y="1474612"/>
            <a:chExt cx="1896293" cy="2203079"/>
          </a:xfrm>
        </p:grpSpPr>
        <p:grpSp>
          <p:nvGrpSpPr>
            <p:cNvPr id="10" name="Group 6">
              <a:extLst>
                <a:ext uri="{FF2B5EF4-FFF2-40B4-BE49-F238E27FC236}">
                  <a16:creationId xmlns:a16="http://schemas.microsoft.com/office/drawing/2014/main" id="{4665D0F8-3A79-4A96-87E2-6D5CCAD2392C}"/>
                </a:ext>
              </a:extLst>
            </p:cNvPr>
            <p:cNvGrpSpPr/>
            <p:nvPr/>
          </p:nvGrpSpPr>
          <p:grpSpPr>
            <a:xfrm>
              <a:off x="0" y="1474612"/>
              <a:ext cx="1805234" cy="1392885"/>
              <a:chOff x="1009650" y="2102584"/>
              <a:chExt cx="3678465" cy="2838234"/>
            </a:xfrm>
            <a:solidFill>
              <a:schemeClr val="accent1"/>
            </a:solidFill>
          </p:grpSpPr>
          <p:sp>
            <p:nvSpPr>
              <p:cNvPr id="15" name="Block Arc 3">
                <a:extLst>
                  <a:ext uri="{FF2B5EF4-FFF2-40B4-BE49-F238E27FC236}">
                    <a16:creationId xmlns:a16="http://schemas.microsoft.com/office/drawing/2014/main" id="{1F8D663C-6792-4B66-891D-3C9EDAD7606B}"/>
                  </a:ext>
                </a:extLst>
              </p:cNvPr>
              <p:cNvSpPr/>
              <p:nvPr/>
            </p:nvSpPr>
            <p:spPr>
              <a:xfrm>
                <a:off x="1009650" y="2102584"/>
                <a:ext cx="2838234" cy="2838234"/>
              </a:xfrm>
              <a:prstGeom prst="blockArc">
                <a:avLst>
                  <a:gd name="adj1" fmla="val 21570102"/>
                  <a:gd name="adj2" fmla="val 17581411"/>
                  <a:gd name="adj3" fmla="val 10584"/>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16" name="Arrow: Right 5">
                <a:extLst>
                  <a:ext uri="{FF2B5EF4-FFF2-40B4-BE49-F238E27FC236}">
                    <a16:creationId xmlns:a16="http://schemas.microsoft.com/office/drawing/2014/main" id="{CE3354A9-E143-47C9-AFDE-03B25E318A4A}"/>
                  </a:ext>
                </a:extLst>
              </p:cNvPr>
              <p:cNvSpPr/>
              <p:nvPr/>
            </p:nvSpPr>
            <p:spPr>
              <a:xfrm>
                <a:off x="3541485" y="3216902"/>
                <a:ext cx="1146630" cy="609600"/>
              </a:xfrm>
              <a:prstGeom prst="rightArrow">
                <a:avLst>
                  <a:gd name="adj1" fmla="val 50000"/>
                  <a:gd name="adj2" fmla="val 73810"/>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1" name="TextBox 18">
              <a:extLst>
                <a:ext uri="{FF2B5EF4-FFF2-40B4-BE49-F238E27FC236}">
                  <a16:creationId xmlns:a16="http://schemas.microsoft.com/office/drawing/2014/main" id="{347700A9-0092-42CF-8431-F51CF5BA2FB7}"/>
                </a:ext>
              </a:extLst>
            </p:cNvPr>
            <p:cNvSpPr txBox="1"/>
            <p:nvPr/>
          </p:nvSpPr>
          <p:spPr>
            <a:xfrm>
              <a:off x="33459" y="1571998"/>
              <a:ext cx="1325966" cy="1274502"/>
            </a:xfrm>
            <a:prstGeom prst="rect">
              <a:avLst/>
            </a:prstGeom>
            <a:noFill/>
          </p:spPr>
          <p:txBody>
            <a:bodyPr wrap="square" rtlCol="0">
              <a:spAutoFit/>
            </a:bodyPr>
            <a:lstStyle/>
            <a:p>
              <a:pPr algn="ctr" defTabSz="685800">
                <a:buClrTx/>
                <a:defRPr/>
              </a:pPr>
              <a:r>
                <a:rPr lang="en-GB" sz="6000" b="1" kern="1200" dirty="0">
                  <a:solidFill>
                    <a:srgbClr val="FF7400"/>
                  </a:solidFill>
                  <a:latin typeface="Open Sans" panose="020B0606030504020204" pitchFamily="34" charset="0"/>
                  <a:ea typeface="Noto Sans" panose="020B0502040504020204" pitchFamily="34"/>
                  <a:cs typeface="Noto Sans" panose="020B0502040504020204" pitchFamily="34"/>
                </a:rPr>
                <a:t>6</a:t>
              </a:r>
              <a:endParaRPr lang="en-GB" sz="6000" b="1" kern="1200" dirty="0">
                <a:solidFill>
                  <a:srgbClr val="FF7400"/>
                </a:solidFill>
                <a:latin typeface="Noto Sans" panose="020B0502040504020204" pitchFamily="34"/>
                <a:ea typeface="Noto Sans" panose="020B0502040504020204" pitchFamily="34"/>
                <a:cs typeface="Noto Sans" panose="020B0502040504020204" pitchFamily="34"/>
              </a:endParaRPr>
            </a:p>
          </p:txBody>
        </p:sp>
        <p:sp>
          <p:nvSpPr>
            <p:cNvPr id="14" name="TextBox 28" descr="Introduction&#10;">
              <a:extLst>
                <a:ext uri="{FF2B5EF4-FFF2-40B4-BE49-F238E27FC236}">
                  <a16:creationId xmlns:a16="http://schemas.microsoft.com/office/drawing/2014/main" id="{5152D8FC-1C1F-4FD9-BDA8-FF157E05D601}"/>
                </a:ext>
                <a:ext uri="{C183D7F6-B498-43B3-948B-1728B52AA6E4}">
                  <adec:decorative xmlns:adec="http://schemas.microsoft.com/office/drawing/2017/decorative" val="0"/>
                </a:ext>
              </a:extLst>
            </p:cNvPr>
            <p:cNvSpPr txBox="1"/>
            <p:nvPr/>
          </p:nvSpPr>
          <p:spPr>
            <a:xfrm>
              <a:off x="119787" y="2943887"/>
              <a:ext cx="1776506" cy="733804"/>
            </a:xfrm>
            <a:prstGeom prst="rect">
              <a:avLst/>
            </a:prstGeom>
            <a:noFill/>
          </p:spPr>
          <p:txBody>
            <a:bodyPr wrap="square" rtlCol="0">
              <a:spAutoFit/>
            </a:bodyPr>
            <a:lstStyle/>
            <a:p>
              <a:pPr algn="just" defTabSz="685800">
                <a:buClrTx/>
                <a:defRPr/>
              </a:pPr>
              <a:r>
                <a:rPr lang="en-GB" sz="1600" b="1" kern="1200" dirty="0" err="1">
                  <a:latin typeface="Noto Sans" panose="020B0502040504020204" pitchFamily="34"/>
                  <a:ea typeface="Noto Sans" panose="020B0502040504020204" pitchFamily="34"/>
                  <a:cs typeface="Noto Sans" panose="020B0502040504020204" pitchFamily="34"/>
                </a:rPr>
                <a:t>Résultats</a:t>
              </a:r>
              <a:r>
                <a:rPr lang="en-GB" sz="1600" b="1" kern="1200" dirty="0">
                  <a:latin typeface="Noto Sans" panose="020B0502040504020204" pitchFamily="34"/>
                  <a:ea typeface="Noto Sans" panose="020B0502040504020204" pitchFamily="34"/>
                  <a:cs typeface="Noto Sans" panose="020B0502040504020204" pitchFamily="34"/>
                </a:rPr>
                <a:t> et Validation</a:t>
              </a:r>
            </a:p>
          </p:txBody>
        </p:sp>
      </p:grpSp>
      <p:pic>
        <p:nvPicPr>
          <p:cNvPr id="23" name="Image 22">
            <a:extLst>
              <a:ext uri="{FF2B5EF4-FFF2-40B4-BE49-F238E27FC236}">
                <a16:creationId xmlns:a16="http://schemas.microsoft.com/office/drawing/2014/main" id="{A4AA8E60-2278-49D0-8A9E-0EB52C70F0DD}"/>
              </a:ext>
            </a:extLst>
          </p:cNvPr>
          <p:cNvPicPr>
            <a:picLocks noChangeAspect="1"/>
          </p:cNvPicPr>
          <p:nvPr/>
        </p:nvPicPr>
        <p:blipFill>
          <a:blip r:embed="rId3"/>
          <a:stretch>
            <a:fillRect/>
          </a:stretch>
        </p:blipFill>
        <p:spPr>
          <a:xfrm>
            <a:off x="3111870" y="1003764"/>
            <a:ext cx="4138947" cy="3722075"/>
          </a:xfrm>
          <a:prstGeom prst="rect">
            <a:avLst/>
          </a:prstGeom>
        </p:spPr>
      </p:pic>
      <p:grpSp>
        <p:nvGrpSpPr>
          <p:cNvPr id="24" name="Groupe 23">
            <a:extLst>
              <a:ext uri="{FF2B5EF4-FFF2-40B4-BE49-F238E27FC236}">
                <a16:creationId xmlns:a16="http://schemas.microsoft.com/office/drawing/2014/main" id="{152281D2-441D-4751-AEB6-D53A78696C19}"/>
              </a:ext>
            </a:extLst>
          </p:cNvPr>
          <p:cNvGrpSpPr/>
          <p:nvPr/>
        </p:nvGrpSpPr>
        <p:grpSpPr>
          <a:xfrm>
            <a:off x="0" y="0"/>
            <a:ext cx="598171" cy="601980"/>
            <a:chOff x="-1" y="0"/>
            <a:chExt cx="598171" cy="601980"/>
          </a:xfrm>
          <a:solidFill>
            <a:srgbClr val="FF7400"/>
          </a:solidFill>
        </p:grpSpPr>
        <p:sp>
          <p:nvSpPr>
            <p:cNvPr id="25" name="Forme en L 24">
              <a:extLst>
                <a:ext uri="{FF2B5EF4-FFF2-40B4-BE49-F238E27FC236}">
                  <a16:creationId xmlns:a16="http://schemas.microsoft.com/office/drawing/2014/main" id="{E8892B96-246A-40F7-A1B5-5160205C3B1C}"/>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07370C56-0BF4-4ADD-B6AE-05404A17B81F}"/>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7" name="Rectangle 26">
            <a:extLst>
              <a:ext uri="{FF2B5EF4-FFF2-40B4-BE49-F238E27FC236}">
                <a16:creationId xmlns:a16="http://schemas.microsoft.com/office/drawing/2014/main" id="{B448C50E-8834-4600-A75D-EBCBA646AB8B}"/>
              </a:ext>
            </a:extLst>
          </p:cNvPr>
          <p:cNvSpPr/>
          <p:nvPr/>
        </p:nvSpPr>
        <p:spPr>
          <a:xfrm>
            <a:off x="8768715" y="339090"/>
            <a:ext cx="201930" cy="207645"/>
          </a:xfrm>
          <a:prstGeom prst="rect">
            <a:avLst/>
          </a:prstGeom>
          <a:solidFill>
            <a:srgbClr val="FF7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646008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12" name="Groupe 11">
            <a:extLst>
              <a:ext uri="{FF2B5EF4-FFF2-40B4-BE49-F238E27FC236}">
                <a16:creationId xmlns:a16="http://schemas.microsoft.com/office/drawing/2014/main" id="{AAA643E6-B8F3-4461-8CAC-5E1D85CE7517}"/>
              </a:ext>
            </a:extLst>
          </p:cNvPr>
          <p:cNvGrpSpPr/>
          <p:nvPr/>
        </p:nvGrpSpPr>
        <p:grpSpPr>
          <a:xfrm>
            <a:off x="178906" y="1600102"/>
            <a:ext cx="1802683" cy="1943296"/>
            <a:chOff x="0" y="1474612"/>
            <a:chExt cx="2253210" cy="2438541"/>
          </a:xfrm>
        </p:grpSpPr>
        <p:grpSp>
          <p:nvGrpSpPr>
            <p:cNvPr id="13" name="Group 6">
              <a:extLst>
                <a:ext uri="{FF2B5EF4-FFF2-40B4-BE49-F238E27FC236}">
                  <a16:creationId xmlns:a16="http://schemas.microsoft.com/office/drawing/2014/main" id="{3B375DD2-5CBA-40E8-BFDB-B47649DB0162}"/>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4DBCDBE7-30A2-456A-97E2-76BA52D14D54}"/>
                  </a:ext>
                </a:extLst>
              </p:cNvPr>
              <p:cNvSpPr/>
              <p:nvPr/>
            </p:nvSpPr>
            <p:spPr>
              <a:xfrm>
                <a:off x="1009650" y="2102584"/>
                <a:ext cx="2838234" cy="2838234"/>
              </a:xfrm>
              <a:prstGeom prst="blockArc">
                <a:avLst>
                  <a:gd name="adj1" fmla="val 21570102"/>
                  <a:gd name="adj2" fmla="val 17581411"/>
                  <a:gd name="adj3" fmla="val 10584"/>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AA60F911-D1F5-4240-A006-77563993E5CF}"/>
                  </a:ext>
                </a:extLst>
              </p:cNvPr>
              <p:cNvSpPr/>
              <p:nvPr/>
            </p:nvSpPr>
            <p:spPr>
              <a:xfrm>
                <a:off x="3541485" y="3216902"/>
                <a:ext cx="1146630" cy="609600"/>
              </a:xfrm>
              <a:prstGeom prst="rightArrow">
                <a:avLst>
                  <a:gd name="adj1" fmla="val 50000"/>
                  <a:gd name="adj2" fmla="val 73810"/>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D7F246B9-DAAC-471E-8133-F15124F0E6A3}"/>
                </a:ext>
              </a:extLst>
            </p:cNvPr>
            <p:cNvSpPr txBox="1"/>
            <p:nvPr/>
          </p:nvSpPr>
          <p:spPr>
            <a:xfrm>
              <a:off x="42932" y="1565276"/>
              <a:ext cx="1325966" cy="1274502"/>
            </a:xfrm>
            <a:prstGeom prst="rect">
              <a:avLst/>
            </a:prstGeom>
            <a:noFill/>
          </p:spPr>
          <p:txBody>
            <a:bodyPr wrap="square" rtlCol="0">
              <a:spAutoFit/>
            </a:bodyPr>
            <a:lstStyle/>
            <a:p>
              <a:pPr algn="ctr" defTabSz="685800">
                <a:buClrTx/>
                <a:defRPr/>
              </a:pPr>
              <a:r>
                <a:rPr lang="en-GB" sz="6000" b="1" kern="1200" dirty="0">
                  <a:solidFill>
                    <a:srgbClr val="FFA100"/>
                  </a:solidFill>
                  <a:latin typeface="Open Sans" panose="020B0606030504020204" pitchFamily="34" charset="0"/>
                  <a:ea typeface="Noto Sans" panose="020B0502040504020204" pitchFamily="34"/>
                  <a:cs typeface="Noto Sans" panose="020B0502040504020204" pitchFamily="34"/>
                </a:rPr>
                <a:t>7</a:t>
              </a:r>
              <a:endParaRPr lang="en-GB" sz="6000" b="1" kern="1200" dirty="0">
                <a:solidFill>
                  <a:srgbClr val="FFA100"/>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8426056C-17F0-4F41-A9C9-9655577F79C6}"/>
                </a:ext>
                <a:ext uri="{C183D7F6-B498-43B3-948B-1728B52AA6E4}">
                  <adec:decorative xmlns:adec="http://schemas.microsoft.com/office/drawing/2017/decorative" val="0"/>
                </a:ext>
              </a:extLst>
            </p:cNvPr>
            <p:cNvSpPr txBox="1"/>
            <p:nvPr/>
          </p:nvSpPr>
          <p:spPr>
            <a:xfrm>
              <a:off x="77586" y="2870378"/>
              <a:ext cx="2175624" cy="1042775"/>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Axes </a:t>
              </a:r>
              <a:r>
                <a:rPr lang="en-GB" sz="1600" b="1" kern="1200" dirty="0" err="1">
                  <a:latin typeface="Noto Sans" panose="020B0502040504020204" pitchFamily="34"/>
                  <a:ea typeface="Noto Sans" panose="020B0502040504020204" pitchFamily="34"/>
                  <a:cs typeface="Noto Sans" panose="020B0502040504020204" pitchFamily="34"/>
                </a:rPr>
                <a:t>d’Amélioration</a:t>
              </a:r>
              <a:r>
                <a:rPr lang="en-GB" sz="1600" b="1" kern="1200" dirty="0">
                  <a:latin typeface="Noto Sans" panose="020B0502040504020204" pitchFamily="34"/>
                  <a:ea typeface="Noto Sans" panose="020B0502040504020204" pitchFamily="34"/>
                  <a:cs typeface="Noto Sans" panose="020B0502040504020204" pitchFamily="34"/>
                </a:rPr>
                <a:t> et Perspectives</a:t>
              </a:r>
            </a:p>
          </p:txBody>
        </p:sp>
      </p:grpSp>
      <p:sp>
        <p:nvSpPr>
          <p:cNvPr id="21" name="ZoneTexte 20">
            <a:extLst>
              <a:ext uri="{FF2B5EF4-FFF2-40B4-BE49-F238E27FC236}">
                <a16:creationId xmlns:a16="http://schemas.microsoft.com/office/drawing/2014/main" id="{6E215B91-E932-4FB2-912D-B75EA4349E02}"/>
              </a:ext>
            </a:extLst>
          </p:cNvPr>
          <p:cNvSpPr txBox="1"/>
          <p:nvPr/>
        </p:nvSpPr>
        <p:spPr>
          <a:xfrm>
            <a:off x="3568825" y="432749"/>
            <a:ext cx="4099538" cy="584775"/>
          </a:xfrm>
          <a:prstGeom prst="rect">
            <a:avLst/>
          </a:prstGeom>
          <a:noFill/>
        </p:spPr>
        <p:txBody>
          <a:bodyPr wrap="square">
            <a:spAutoFit/>
          </a:bodyPr>
          <a:lstStyle/>
          <a:p>
            <a:r>
              <a:rPr lang="fr-FR" sz="3200" b="1" dirty="0">
                <a:solidFill>
                  <a:srgbClr val="FFA100"/>
                </a:solidFill>
              </a:rPr>
              <a:t>Axes d’amélioration</a:t>
            </a:r>
          </a:p>
        </p:txBody>
      </p:sp>
      <p:sp>
        <p:nvSpPr>
          <p:cNvPr id="2" name="ZoneTexte 1">
            <a:extLst>
              <a:ext uri="{FF2B5EF4-FFF2-40B4-BE49-F238E27FC236}">
                <a16:creationId xmlns:a16="http://schemas.microsoft.com/office/drawing/2014/main" id="{740640CA-2A52-46C7-9C0E-C4B3A086E4AF}"/>
              </a:ext>
            </a:extLst>
          </p:cNvPr>
          <p:cNvSpPr txBox="1"/>
          <p:nvPr/>
        </p:nvSpPr>
        <p:spPr>
          <a:xfrm>
            <a:off x="2481538" y="1537718"/>
            <a:ext cx="2292004" cy="972073"/>
          </a:xfrm>
          <a:prstGeom prst="rect">
            <a:avLst/>
          </a:prstGeom>
          <a:noFill/>
        </p:spPr>
        <p:txBody>
          <a:bodyPr wrap="square" rtlCol="0">
            <a:spAutoFit/>
          </a:bodyPr>
          <a:lstStyle/>
          <a:p>
            <a:r>
              <a:rPr lang="fr-FR" b="1" dirty="0"/>
              <a:t>Intégration d’un suivi du regard pour une détection encore plus fine</a:t>
            </a:r>
          </a:p>
        </p:txBody>
      </p:sp>
      <p:sp>
        <p:nvSpPr>
          <p:cNvPr id="4" name="ZoneTexte 3">
            <a:extLst>
              <a:ext uri="{FF2B5EF4-FFF2-40B4-BE49-F238E27FC236}">
                <a16:creationId xmlns:a16="http://schemas.microsoft.com/office/drawing/2014/main" id="{2A111C9B-67BD-40B1-AE88-531D41B08723}"/>
              </a:ext>
            </a:extLst>
          </p:cNvPr>
          <p:cNvSpPr txBox="1"/>
          <p:nvPr/>
        </p:nvSpPr>
        <p:spPr>
          <a:xfrm>
            <a:off x="6533468" y="1526478"/>
            <a:ext cx="2097616" cy="954107"/>
          </a:xfrm>
          <a:prstGeom prst="rect">
            <a:avLst/>
          </a:prstGeom>
          <a:noFill/>
        </p:spPr>
        <p:txBody>
          <a:bodyPr wrap="square" rtlCol="0">
            <a:spAutoFit/>
          </a:bodyPr>
          <a:lstStyle/>
          <a:p>
            <a:r>
              <a:rPr lang="fr-FR" b="1" dirty="0"/>
              <a:t>Calibration dynamique des seuils EAR/MAR en fonction de l’environnement</a:t>
            </a:r>
          </a:p>
        </p:txBody>
      </p:sp>
      <p:sp>
        <p:nvSpPr>
          <p:cNvPr id="5" name="ZoneTexte 4">
            <a:extLst>
              <a:ext uri="{FF2B5EF4-FFF2-40B4-BE49-F238E27FC236}">
                <a16:creationId xmlns:a16="http://schemas.microsoft.com/office/drawing/2014/main" id="{1525E39C-C502-4724-9F26-D9B3AF9CD521}"/>
              </a:ext>
            </a:extLst>
          </p:cNvPr>
          <p:cNvSpPr txBox="1"/>
          <p:nvPr/>
        </p:nvSpPr>
        <p:spPr>
          <a:xfrm>
            <a:off x="2479297" y="3682423"/>
            <a:ext cx="2284668" cy="1169551"/>
          </a:xfrm>
          <a:prstGeom prst="rect">
            <a:avLst/>
          </a:prstGeom>
          <a:noFill/>
        </p:spPr>
        <p:txBody>
          <a:bodyPr wrap="square" rtlCol="0">
            <a:spAutoFit/>
          </a:bodyPr>
          <a:lstStyle/>
          <a:p>
            <a:r>
              <a:rPr lang="fr-FR" b="1" dirty="0"/>
              <a:t>Connexion directe au système de contrôle du véhicule pour une intervention automatique</a:t>
            </a:r>
          </a:p>
        </p:txBody>
      </p:sp>
      <p:sp>
        <p:nvSpPr>
          <p:cNvPr id="7" name="ZoneTexte 6">
            <a:extLst>
              <a:ext uri="{FF2B5EF4-FFF2-40B4-BE49-F238E27FC236}">
                <a16:creationId xmlns:a16="http://schemas.microsoft.com/office/drawing/2014/main" id="{6535EBA2-9B00-4DCB-8BED-A60A1EE094F1}"/>
              </a:ext>
            </a:extLst>
          </p:cNvPr>
          <p:cNvSpPr txBox="1"/>
          <p:nvPr/>
        </p:nvSpPr>
        <p:spPr>
          <a:xfrm>
            <a:off x="6469833" y="3706023"/>
            <a:ext cx="2161251" cy="954107"/>
          </a:xfrm>
          <a:prstGeom prst="rect">
            <a:avLst/>
          </a:prstGeom>
          <a:noFill/>
        </p:spPr>
        <p:txBody>
          <a:bodyPr wrap="square" rtlCol="0">
            <a:spAutoFit/>
          </a:bodyPr>
          <a:lstStyle/>
          <a:p>
            <a:r>
              <a:rPr lang="fr-FR" b="1" dirty="0"/>
              <a:t>Optimisation pour renforcer la robustesse du système en conditions extrêmes</a:t>
            </a:r>
          </a:p>
        </p:txBody>
      </p:sp>
      <p:grpSp>
        <p:nvGrpSpPr>
          <p:cNvPr id="182" name="Google Shape;4076;p59">
            <a:extLst>
              <a:ext uri="{FF2B5EF4-FFF2-40B4-BE49-F238E27FC236}">
                <a16:creationId xmlns:a16="http://schemas.microsoft.com/office/drawing/2014/main" id="{B01EDFC5-101E-407A-881B-15CCBA039729}"/>
              </a:ext>
            </a:extLst>
          </p:cNvPr>
          <p:cNvGrpSpPr/>
          <p:nvPr/>
        </p:nvGrpSpPr>
        <p:grpSpPr>
          <a:xfrm>
            <a:off x="4633950" y="2179091"/>
            <a:ext cx="1899518" cy="1766842"/>
            <a:chOff x="7638418" y="2063282"/>
            <a:chExt cx="758452" cy="670282"/>
          </a:xfrm>
          <a:solidFill>
            <a:srgbClr val="FFA100"/>
          </a:solidFill>
        </p:grpSpPr>
        <p:cxnSp>
          <p:nvCxnSpPr>
            <p:cNvPr id="183" name="Google Shape;4077;p59">
              <a:extLst>
                <a:ext uri="{FF2B5EF4-FFF2-40B4-BE49-F238E27FC236}">
                  <a16:creationId xmlns:a16="http://schemas.microsoft.com/office/drawing/2014/main" id="{E50B5B99-35AE-4EE5-8D24-02DABC473901}"/>
                </a:ext>
              </a:extLst>
            </p:cNvPr>
            <p:cNvCxnSpPr/>
            <p:nvPr/>
          </p:nvCxnSpPr>
          <p:spPr>
            <a:xfrm rot="5400000" flipH="1">
              <a:off x="7629118"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184" name="Google Shape;4078;p59">
              <a:extLst>
                <a:ext uri="{FF2B5EF4-FFF2-40B4-BE49-F238E27FC236}">
                  <a16:creationId xmlns:a16="http://schemas.microsoft.com/office/drawing/2014/main" id="{7A502B78-A5E8-494A-8CF4-8E216BB914AB}"/>
                </a:ext>
              </a:extLst>
            </p:cNvPr>
            <p:cNvCxnSpPr>
              <a:cxnSpLocks/>
            </p:cNvCxnSpPr>
            <p:nvPr/>
          </p:nvCxnSpPr>
          <p:spPr>
            <a:xfrm rot="-5400000">
              <a:off x="8276270"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185" name="Google Shape;4079;p59">
              <a:extLst>
                <a:ext uri="{FF2B5EF4-FFF2-40B4-BE49-F238E27FC236}">
                  <a16:creationId xmlns:a16="http://schemas.microsoft.com/office/drawing/2014/main" id="{685EED53-4AE8-4D5F-8C6C-C04D455D89A4}"/>
                </a:ext>
              </a:extLst>
            </p:cNvPr>
            <p:cNvCxnSpPr/>
            <p:nvPr/>
          </p:nvCxnSpPr>
          <p:spPr>
            <a:xfrm rot="5400000">
              <a:off x="7629118"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186" name="Google Shape;4080;p59">
              <a:extLst>
                <a:ext uri="{FF2B5EF4-FFF2-40B4-BE49-F238E27FC236}">
                  <a16:creationId xmlns:a16="http://schemas.microsoft.com/office/drawing/2014/main" id="{893967D5-0344-4343-BD11-ED2B0F471E85}"/>
                </a:ext>
              </a:extLst>
            </p:cNvPr>
            <p:cNvCxnSpPr/>
            <p:nvPr/>
          </p:nvCxnSpPr>
          <p:spPr>
            <a:xfrm rot="-5400000" flipH="1">
              <a:off x="8276270"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grpSp>
          <p:nvGrpSpPr>
            <p:cNvPr id="189" name="Google Shape;4083;p59">
              <a:extLst>
                <a:ext uri="{FF2B5EF4-FFF2-40B4-BE49-F238E27FC236}">
                  <a16:creationId xmlns:a16="http://schemas.microsoft.com/office/drawing/2014/main" id="{86D622B8-3B7F-43BD-AAFB-D6D1082339EB}"/>
                </a:ext>
              </a:extLst>
            </p:cNvPr>
            <p:cNvGrpSpPr/>
            <p:nvPr/>
          </p:nvGrpSpPr>
          <p:grpSpPr>
            <a:xfrm>
              <a:off x="7734309" y="2063282"/>
              <a:ext cx="570957" cy="620095"/>
              <a:chOff x="7734309" y="2063282"/>
              <a:chExt cx="570957" cy="620095"/>
            </a:xfrm>
            <a:grpFill/>
          </p:grpSpPr>
          <p:grpSp>
            <p:nvGrpSpPr>
              <p:cNvPr id="190" name="Google Shape;4084;p59">
                <a:extLst>
                  <a:ext uri="{FF2B5EF4-FFF2-40B4-BE49-F238E27FC236}">
                    <a16:creationId xmlns:a16="http://schemas.microsoft.com/office/drawing/2014/main" id="{84FB737C-08EA-4ACE-B88A-012DEBEBEFD4}"/>
                  </a:ext>
                </a:extLst>
              </p:cNvPr>
              <p:cNvGrpSpPr/>
              <p:nvPr/>
            </p:nvGrpSpPr>
            <p:grpSpPr>
              <a:xfrm>
                <a:off x="8031573" y="2063282"/>
                <a:ext cx="273693" cy="620095"/>
                <a:chOff x="8031573" y="2063282"/>
                <a:chExt cx="273693" cy="620095"/>
              </a:xfrm>
              <a:grpFill/>
            </p:grpSpPr>
            <p:sp>
              <p:nvSpPr>
                <p:cNvPr id="196" name="Google Shape;4085;p59">
                  <a:extLst>
                    <a:ext uri="{FF2B5EF4-FFF2-40B4-BE49-F238E27FC236}">
                      <a16:creationId xmlns:a16="http://schemas.microsoft.com/office/drawing/2014/main" id="{2D5A53D3-0AF3-4D35-882D-2DC0408FB7EB}"/>
                    </a:ext>
                  </a:extLst>
                </p:cNvPr>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4086;p59">
                  <a:extLst>
                    <a:ext uri="{FF2B5EF4-FFF2-40B4-BE49-F238E27FC236}">
                      <a16:creationId xmlns:a16="http://schemas.microsoft.com/office/drawing/2014/main" id="{EADEDE4A-5E62-4D23-8D8D-60A83C535828}"/>
                    </a:ext>
                  </a:extLst>
                </p:cNvPr>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4087;p59">
                  <a:extLst>
                    <a:ext uri="{FF2B5EF4-FFF2-40B4-BE49-F238E27FC236}">
                      <a16:creationId xmlns:a16="http://schemas.microsoft.com/office/drawing/2014/main" id="{F6C73250-3D0A-4069-BECC-241CBB16CBDD}"/>
                    </a:ext>
                  </a:extLst>
                </p:cNvPr>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4088;p59">
                  <a:extLst>
                    <a:ext uri="{FF2B5EF4-FFF2-40B4-BE49-F238E27FC236}">
                      <a16:creationId xmlns:a16="http://schemas.microsoft.com/office/drawing/2014/main" id="{F5305E68-047F-4159-8A37-E0062218DBEB}"/>
                    </a:ext>
                  </a:extLst>
                </p:cNvPr>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4089;p59">
                <a:extLst>
                  <a:ext uri="{FF2B5EF4-FFF2-40B4-BE49-F238E27FC236}">
                    <a16:creationId xmlns:a16="http://schemas.microsoft.com/office/drawing/2014/main" id="{408CC706-4829-496C-89B8-FABEE8E6EAFB}"/>
                  </a:ext>
                </a:extLst>
              </p:cNvPr>
              <p:cNvGrpSpPr/>
              <p:nvPr/>
            </p:nvGrpSpPr>
            <p:grpSpPr>
              <a:xfrm flipH="1">
                <a:off x="7734309" y="2063282"/>
                <a:ext cx="273693" cy="620095"/>
                <a:chOff x="8031573" y="2063282"/>
                <a:chExt cx="273693" cy="620095"/>
              </a:xfrm>
              <a:grpFill/>
            </p:grpSpPr>
            <p:sp>
              <p:nvSpPr>
                <p:cNvPr id="192" name="Google Shape;4090;p59">
                  <a:extLst>
                    <a:ext uri="{FF2B5EF4-FFF2-40B4-BE49-F238E27FC236}">
                      <a16:creationId xmlns:a16="http://schemas.microsoft.com/office/drawing/2014/main" id="{38F28FAF-CEE0-464F-98C4-9A7CDEF200DB}"/>
                    </a:ext>
                  </a:extLst>
                </p:cNvPr>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4091;p59">
                  <a:extLst>
                    <a:ext uri="{FF2B5EF4-FFF2-40B4-BE49-F238E27FC236}">
                      <a16:creationId xmlns:a16="http://schemas.microsoft.com/office/drawing/2014/main" id="{58FED433-4043-4F2C-B9C7-D07A96C97A4F}"/>
                    </a:ext>
                  </a:extLst>
                </p:cNvPr>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4092;p59">
                  <a:extLst>
                    <a:ext uri="{FF2B5EF4-FFF2-40B4-BE49-F238E27FC236}">
                      <a16:creationId xmlns:a16="http://schemas.microsoft.com/office/drawing/2014/main" id="{63A857C9-64C1-41D8-B307-EEA5C935A9F1}"/>
                    </a:ext>
                  </a:extLst>
                </p:cNvPr>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4093;p59">
                  <a:extLst>
                    <a:ext uri="{FF2B5EF4-FFF2-40B4-BE49-F238E27FC236}">
                      <a16:creationId xmlns:a16="http://schemas.microsoft.com/office/drawing/2014/main" id="{210E30A8-24FA-4CF1-A762-634AA60D0269}"/>
                    </a:ext>
                  </a:extLst>
                </p:cNvPr>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02" name="Google Shape;4659;p61">
            <a:extLst>
              <a:ext uri="{FF2B5EF4-FFF2-40B4-BE49-F238E27FC236}">
                <a16:creationId xmlns:a16="http://schemas.microsoft.com/office/drawing/2014/main" id="{29741B8B-83E4-4DF0-8B56-888253B169C3}"/>
              </a:ext>
            </a:extLst>
          </p:cNvPr>
          <p:cNvGrpSpPr/>
          <p:nvPr/>
        </p:nvGrpSpPr>
        <p:grpSpPr>
          <a:xfrm>
            <a:off x="2096746" y="1623611"/>
            <a:ext cx="340890" cy="178912"/>
            <a:chOff x="2084325" y="363300"/>
            <a:chExt cx="484150" cy="254100"/>
          </a:xfrm>
          <a:solidFill>
            <a:srgbClr val="FFA100"/>
          </a:solidFill>
        </p:grpSpPr>
        <p:sp>
          <p:nvSpPr>
            <p:cNvPr id="203" name="Google Shape;4660;p61">
              <a:extLst>
                <a:ext uri="{FF2B5EF4-FFF2-40B4-BE49-F238E27FC236}">
                  <a16:creationId xmlns:a16="http://schemas.microsoft.com/office/drawing/2014/main" id="{073EF9EA-8308-4140-B977-3206654F27B6}"/>
                </a:ext>
              </a:extLst>
            </p:cNvPr>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04" name="Google Shape;4661;p61">
              <a:extLst>
                <a:ext uri="{FF2B5EF4-FFF2-40B4-BE49-F238E27FC236}">
                  <a16:creationId xmlns:a16="http://schemas.microsoft.com/office/drawing/2014/main" id="{3F55ACE8-1E91-4015-89ED-10A1C90FD4E8}"/>
                </a:ext>
              </a:extLst>
            </p:cNvPr>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08" name="Google Shape;4671;p61">
            <a:extLst>
              <a:ext uri="{FF2B5EF4-FFF2-40B4-BE49-F238E27FC236}">
                <a16:creationId xmlns:a16="http://schemas.microsoft.com/office/drawing/2014/main" id="{1A0DC31C-755C-4FB7-8C11-764668AC0091}"/>
              </a:ext>
            </a:extLst>
          </p:cNvPr>
          <p:cNvGrpSpPr/>
          <p:nvPr/>
        </p:nvGrpSpPr>
        <p:grpSpPr>
          <a:xfrm>
            <a:off x="2085287" y="3769199"/>
            <a:ext cx="352349" cy="338760"/>
            <a:chOff x="4447550" y="249750"/>
            <a:chExt cx="500425" cy="481125"/>
          </a:xfrm>
          <a:solidFill>
            <a:srgbClr val="FFA100"/>
          </a:solidFill>
        </p:grpSpPr>
        <p:sp>
          <p:nvSpPr>
            <p:cNvPr id="209" name="Google Shape;4672;p61">
              <a:extLst>
                <a:ext uri="{FF2B5EF4-FFF2-40B4-BE49-F238E27FC236}">
                  <a16:creationId xmlns:a16="http://schemas.microsoft.com/office/drawing/2014/main" id="{561227DF-5DAB-4B06-BF37-067DA28CAAB0}"/>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0" name="Google Shape;4673;p61">
              <a:extLst>
                <a:ext uri="{FF2B5EF4-FFF2-40B4-BE49-F238E27FC236}">
                  <a16:creationId xmlns:a16="http://schemas.microsoft.com/office/drawing/2014/main" id="{C467D452-A1FA-4AA2-958D-7F9FB017EAFD}"/>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11" name="Google Shape;4696;p61">
            <a:extLst>
              <a:ext uri="{FF2B5EF4-FFF2-40B4-BE49-F238E27FC236}">
                <a16:creationId xmlns:a16="http://schemas.microsoft.com/office/drawing/2014/main" id="{EFBCDE9C-3BA2-4F3C-A2C1-55184505D99A}"/>
              </a:ext>
            </a:extLst>
          </p:cNvPr>
          <p:cNvGrpSpPr/>
          <p:nvPr/>
        </p:nvGrpSpPr>
        <p:grpSpPr>
          <a:xfrm>
            <a:off x="8631084" y="1573558"/>
            <a:ext cx="339306" cy="339253"/>
            <a:chOff x="2685825" y="840375"/>
            <a:chExt cx="481900" cy="481825"/>
          </a:xfrm>
          <a:solidFill>
            <a:srgbClr val="FFA100"/>
          </a:solidFill>
        </p:grpSpPr>
        <p:sp>
          <p:nvSpPr>
            <p:cNvPr id="212" name="Google Shape;4697;p61">
              <a:extLst>
                <a:ext uri="{FF2B5EF4-FFF2-40B4-BE49-F238E27FC236}">
                  <a16:creationId xmlns:a16="http://schemas.microsoft.com/office/drawing/2014/main" id="{299FB978-1CE3-4FD3-A79C-EEC9B44C2DA7}"/>
                </a:ext>
              </a:extLst>
            </p:cNvPr>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3" name="Google Shape;4698;p61">
              <a:extLst>
                <a:ext uri="{FF2B5EF4-FFF2-40B4-BE49-F238E27FC236}">
                  <a16:creationId xmlns:a16="http://schemas.microsoft.com/office/drawing/2014/main" id="{E9B4FB0F-A3DB-4BA9-B7DA-99E616C629C0}"/>
                </a:ext>
              </a:extLst>
            </p:cNvPr>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17" name="Google Shape;4805;p61">
            <a:extLst>
              <a:ext uri="{FF2B5EF4-FFF2-40B4-BE49-F238E27FC236}">
                <a16:creationId xmlns:a16="http://schemas.microsoft.com/office/drawing/2014/main" id="{D2F36AB6-A794-4E8C-9E2F-D782D28661D3}"/>
              </a:ext>
            </a:extLst>
          </p:cNvPr>
          <p:cNvSpPr/>
          <p:nvPr/>
        </p:nvSpPr>
        <p:spPr>
          <a:xfrm>
            <a:off x="8642219" y="3724656"/>
            <a:ext cx="328172" cy="271281"/>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FFA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nvGrpSpPr>
          <p:cNvPr id="39" name="Groupe 38">
            <a:extLst>
              <a:ext uri="{FF2B5EF4-FFF2-40B4-BE49-F238E27FC236}">
                <a16:creationId xmlns:a16="http://schemas.microsoft.com/office/drawing/2014/main" id="{993960E0-B779-4E7C-8DEE-48101A0027D7}"/>
              </a:ext>
            </a:extLst>
          </p:cNvPr>
          <p:cNvGrpSpPr/>
          <p:nvPr/>
        </p:nvGrpSpPr>
        <p:grpSpPr>
          <a:xfrm>
            <a:off x="0" y="0"/>
            <a:ext cx="598171" cy="601980"/>
            <a:chOff x="-1" y="0"/>
            <a:chExt cx="598171" cy="601980"/>
          </a:xfrm>
          <a:solidFill>
            <a:srgbClr val="FFA100"/>
          </a:solidFill>
        </p:grpSpPr>
        <p:sp>
          <p:nvSpPr>
            <p:cNvPr id="40" name="Forme en L 39">
              <a:extLst>
                <a:ext uri="{FF2B5EF4-FFF2-40B4-BE49-F238E27FC236}">
                  <a16:creationId xmlns:a16="http://schemas.microsoft.com/office/drawing/2014/main" id="{681C9E26-68CF-448A-8477-14FDDE68F61D}"/>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BAC0134F-EBDD-4142-9F5E-9D4E185B4231}"/>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2" name="Rectangle 41">
            <a:extLst>
              <a:ext uri="{FF2B5EF4-FFF2-40B4-BE49-F238E27FC236}">
                <a16:creationId xmlns:a16="http://schemas.microsoft.com/office/drawing/2014/main" id="{BD05DB4B-DCEC-41D4-B757-B2EA90583AE7}"/>
              </a:ext>
            </a:extLst>
          </p:cNvPr>
          <p:cNvSpPr/>
          <p:nvPr/>
        </p:nvSpPr>
        <p:spPr>
          <a:xfrm>
            <a:off x="8768715" y="339090"/>
            <a:ext cx="201930" cy="207645"/>
          </a:xfrm>
          <a:prstGeom prst="rect">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257733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12" name="Groupe 11">
            <a:extLst>
              <a:ext uri="{FF2B5EF4-FFF2-40B4-BE49-F238E27FC236}">
                <a16:creationId xmlns:a16="http://schemas.microsoft.com/office/drawing/2014/main" id="{AAA643E6-B8F3-4461-8CAC-5E1D85CE7517}"/>
              </a:ext>
            </a:extLst>
          </p:cNvPr>
          <p:cNvGrpSpPr/>
          <p:nvPr/>
        </p:nvGrpSpPr>
        <p:grpSpPr>
          <a:xfrm>
            <a:off x="178906" y="1600102"/>
            <a:ext cx="1802683" cy="1943296"/>
            <a:chOff x="0" y="1474612"/>
            <a:chExt cx="2253210" cy="2438541"/>
          </a:xfrm>
        </p:grpSpPr>
        <p:grpSp>
          <p:nvGrpSpPr>
            <p:cNvPr id="13" name="Group 6">
              <a:extLst>
                <a:ext uri="{FF2B5EF4-FFF2-40B4-BE49-F238E27FC236}">
                  <a16:creationId xmlns:a16="http://schemas.microsoft.com/office/drawing/2014/main" id="{3B375DD2-5CBA-40E8-BFDB-B47649DB0162}"/>
                </a:ext>
              </a:extLst>
            </p:cNvPr>
            <p:cNvGrpSpPr/>
            <p:nvPr/>
          </p:nvGrpSpPr>
          <p:grpSpPr>
            <a:xfrm>
              <a:off x="0" y="1474612"/>
              <a:ext cx="1805234" cy="1392885"/>
              <a:chOff x="1009650" y="2102584"/>
              <a:chExt cx="3678465" cy="2838234"/>
            </a:xfrm>
            <a:solidFill>
              <a:schemeClr val="accent1"/>
            </a:solidFill>
          </p:grpSpPr>
          <p:sp>
            <p:nvSpPr>
              <p:cNvPr id="19" name="Block Arc 3">
                <a:extLst>
                  <a:ext uri="{FF2B5EF4-FFF2-40B4-BE49-F238E27FC236}">
                    <a16:creationId xmlns:a16="http://schemas.microsoft.com/office/drawing/2014/main" id="{4DBCDBE7-30A2-456A-97E2-76BA52D14D54}"/>
                  </a:ext>
                </a:extLst>
              </p:cNvPr>
              <p:cNvSpPr/>
              <p:nvPr/>
            </p:nvSpPr>
            <p:spPr>
              <a:xfrm>
                <a:off x="1009650" y="2102584"/>
                <a:ext cx="2838234" cy="2838234"/>
              </a:xfrm>
              <a:prstGeom prst="blockArc">
                <a:avLst>
                  <a:gd name="adj1" fmla="val 21570102"/>
                  <a:gd name="adj2" fmla="val 17581411"/>
                  <a:gd name="adj3" fmla="val 10584"/>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20" name="Arrow: Right 5">
                <a:extLst>
                  <a:ext uri="{FF2B5EF4-FFF2-40B4-BE49-F238E27FC236}">
                    <a16:creationId xmlns:a16="http://schemas.microsoft.com/office/drawing/2014/main" id="{AA60F911-D1F5-4240-A006-77563993E5CF}"/>
                  </a:ext>
                </a:extLst>
              </p:cNvPr>
              <p:cNvSpPr/>
              <p:nvPr/>
            </p:nvSpPr>
            <p:spPr>
              <a:xfrm>
                <a:off x="3541485" y="3216902"/>
                <a:ext cx="1146630" cy="609600"/>
              </a:xfrm>
              <a:prstGeom prst="rightArrow">
                <a:avLst>
                  <a:gd name="adj1" fmla="val 50000"/>
                  <a:gd name="adj2" fmla="val 73810"/>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17" name="TextBox 18">
              <a:extLst>
                <a:ext uri="{FF2B5EF4-FFF2-40B4-BE49-F238E27FC236}">
                  <a16:creationId xmlns:a16="http://schemas.microsoft.com/office/drawing/2014/main" id="{D7F246B9-DAAC-471E-8133-F15124F0E6A3}"/>
                </a:ext>
              </a:extLst>
            </p:cNvPr>
            <p:cNvSpPr txBox="1"/>
            <p:nvPr/>
          </p:nvSpPr>
          <p:spPr>
            <a:xfrm>
              <a:off x="42932" y="1565276"/>
              <a:ext cx="1325966" cy="1274502"/>
            </a:xfrm>
            <a:prstGeom prst="rect">
              <a:avLst/>
            </a:prstGeom>
            <a:noFill/>
          </p:spPr>
          <p:txBody>
            <a:bodyPr wrap="square" rtlCol="0">
              <a:spAutoFit/>
            </a:bodyPr>
            <a:lstStyle/>
            <a:p>
              <a:pPr algn="ctr" defTabSz="685800">
                <a:buClrTx/>
                <a:defRPr/>
              </a:pPr>
              <a:r>
                <a:rPr lang="en-GB" sz="6000" b="1" kern="1200" dirty="0">
                  <a:solidFill>
                    <a:srgbClr val="FFA100"/>
                  </a:solidFill>
                  <a:latin typeface="Open Sans" panose="020B0606030504020204" pitchFamily="34" charset="0"/>
                  <a:ea typeface="Noto Sans" panose="020B0502040504020204" pitchFamily="34"/>
                  <a:cs typeface="Noto Sans" panose="020B0502040504020204" pitchFamily="34"/>
                </a:rPr>
                <a:t>7</a:t>
              </a:r>
              <a:endParaRPr lang="en-GB" sz="6000" b="1" kern="1200" dirty="0">
                <a:solidFill>
                  <a:srgbClr val="FFA100"/>
                </a:solidFill>
                <a:latin typeface="Noto Sans" panose="020B0502040504020204" pitchFamily="34"/>
                <a:ea typeface="Noto Sans" panose="020B0502040504020204" pitchFamily="34"/>
                <a:cs typeface="Noto Sans" panose="020B0502040504020204" pitchFamily="34"/>
              </a:endParaRPr>
            </a:p>
          </p:txBody>
        </p:sp>
        <p:sp>
          <p:nvSpPr>
            <p:cNvPr id="18" name="TextBox 28" descr="Introduction&#10;">
              <a:extLst>
                <a:ext uri="{FF2B5EF4-FFF2-40B4-BE49-F238E27FC236}">
                  <a16:creationId xmlns:a16="http://schemas.microsoft.com/office/drawing/2014/main" id="{8426056C-17F0-4F41-A9C9-9655577F79C6}"/>
                </a:ext>
                <a:ext uri="{C183D7F6-B498-43B3-948B-1728B52AA6E4}">
                  <adec:decorative xmlns:adec="http://schemas.microsoft.com/office/drawing/2017/decorative" val="0"/>
                </a:ext>
              </a:extLst>
            </p:cNvPr>
            <p:cNvSpPr txBox="1"/>
            <p:nvPr/>
          </p:nvSpPr>
          <p:spPr>
            <a:xfrm>
              <a:off x="77586" y="2870378"/>
              <a:ext cx="2175624" cy="1042775"/>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Axes </a:t>
              </a:r>
              <a:r>
                <a:rPr lang="en-GB" sz="1600" b="1" kern="1200" dirty="0" err="1">
                  <a:latin typeface="Noto Sans" panose="020B0502040504020204" pitchFamily="34"/>
                  <a:ea typeface="Noto Sans" panose="020B0502040504020204" pitchFamily="34"/>
                  <a:cs typeface="Noto Sans" panose="020B0502040504020204" pitchFamily="34"/>
                </a:rPr>
                <a:t>d’Amélioration</a:t>
              </a:r>
              <a:r>
                <a:rPr lang="en-GB" sz="1600" b="1" kern="1200" dirty="0">
                  <a:latin typeface="Noto Sans" panose="020B0502040504020204" pitchFamily="34"/>
                  <a:ea typeface="Noto Sans" panose="020B0502040504020204" pitchFamily="34"/>
                  <a:cs typeface="Noto Sans" panose="020B0502040504020204" pitchFamily="34"/>
                </a:rPr>
                <a:t> et Perspectives</a:t>
              </a:r>
            </a:p>
          </p:txBody>
        </p:sp>
      </p:grpSp>
      <p:sp>
        <p:nvSpPr>
          <p:cNvPr id="21" name="ZoneTexte 20">
            <a:extLst>
              <a:ext uri="{FF2B5EF4-FFF2-40B4-BE49-F238E27FC236}">
                <a16:creationId xmlns:a16="http://schemas.microsoft.com/office/drawing/2014/main" id="{6E215B91-E932-4FB2-912D-B75EA4349E02}"/>
              </a:ext>
            </a:extLst>
          </p:cNvPr>
          <p:cNvSpPr txBox="1"/>
          <p:nvPr/>
        </p:nvSpPr>
        <p:spPr>
          <a:xfrm>
            <a:off x="3023433" y="418724"/>
            <a:ext cx="4249295" cy="584775"/>
          </a:xfrm>
          <a:prstGeom prst="rect">
            <a:avLst/>
          </a:prstGeom>
          <a:noFill/>
        </p:spPr>
        <p:txBody>
          <a:bodyPr wrap="square">
            <a:spAutoFit/>
          </a:bodyPr>
          <a:lstStyle/>
          <a:p>
            <a:r>
              <a:rPr lang="fr-FR" sz="3200" b="1" dirty="0">
                <a:solidFill>
                  <a:srgbClr val="FFA100"/>
                </a:solidFill>
              </a:rPr>
              <a:t>Perspectives futures</a:t>
            </a:r>
          </a:p>
        </p:txBody>
      </p:sp>
      <p:sp>
        <p:nvSpPr>
          <p:cNvPr id="41" name="Shape 1">
            <a:extLst>
              <a:ext uri="{FF2B5EF4-FFF2-40B4-BE49-F238E27FC236}">
                <a16:creationId xmlns:a16="http://schemas.microsoft.com/office/drawing/2014/main" id="{7A956296-9A08-4A62-9F9E-D71D057C2014}"/>
              </a:ext>
            </a:extLst>
          </p:cNvPr>
          <p:cNvSpPr/>
          <p:nvPr/>
        </p:nvSpPr>
        <p:spPr>
          <a:xfrm>
            <a:off x="5554979" y="1610210"/>
            <a:ext cx="3188021" cy="1692771"/>
          </a:xfrm>
          <a:prstGeom prst="roundRect">
            <a:avLst>
              <a:gd name="adj" fmla="val 4572"/>
            </a:avLst>
          </a:prstGeom>
          <a:solidFill>
            <a:srgbClr val="FFA100"/>
          </a:solidFill>
          <a:ln w="7620">
            <a:solidFill>
              <a:srgbClr val="C6BDDA"/>
            </a:solidFill>
            <a:prstDash val="solid"/>
          </a:ln>
        </p:spPr>
        <p:txBody>
          <a:bodyPr/>
          <a:lstStyle/>
          <a:p>
            <a:pPr algn="ctr"/>
            <a:endParaRPr lang="fr-FR" sz="1800" b="1" dirty="0">
              <a:solidFill>
                <a:schemeClr val="bg1"/>
              </a:solidFill>
            </a:endParaRPr>
          </a:p>
        </p:txBody>
      </p:sp>
      <p:grpSp>
        <p:nvGrpSpPr>
          <p:cNvPr id="46" name="Google Shape;7671;p67">
            <a:extLst>
              <a:ext uri="{FF2B5EF4-FFF2-40B4-BE49-F238E27FC236}">
                <a16:creationId xmlns:a16="http://schemas.microsoft.com/office/drawing/2014/main" id="{9CFE7CA0-23D3-4BDB-95F6-740ACB43B3D7}"/>
              </a:ext>
            </a:extLst>
          </p:cNvPr>
          <p:cNvGrpSpPr/>
          <p:nvPr/>
        </p:nvGrpSpPr>
        <p:grpSpPr>
          <a:xfrm>
            <a:off x="5624544" y="1758833"/>
            <a:ext cx="427578" cy="421351"/>
            <a:chOff x="-5254775" y="3631325"/>
            <a:chExt cx="296950" cy="292625"/>
          </a:xfrm>
          <a:solidFill>
            <a:srgbClr val="FFFFFF"/>
          </a:solidFill>
        </p:grpSpPr>
        <p:sp>
          <p:nvSpPr>
            <p:cNvPr id="47" name="Google Shape;7672;p67">
              <a:extLst>
                <a:ext uri="{FF2B5EF4-FFF2-40B4-BE49-F238E27FC236}">
                  <a16:creationId xmlns:a16="http://schemas.microsoft.com/office/drawing/2014/main" id="{89E44943-8A07-449A-AA8C-3F0B022785A6}"/>
                </a:ext>
              </a:extLst>
            </p:cNvPr>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673;p67">
              <a:extLst>
                <a:ext uri="{FF2B5EF4-FFF2-40B4-BE49-F238E27FC236}">
                  <a16:creationId xmlns:a16="http://schemas.microsoft.com/office/drawing/2014/main" id="{65F1A208-F387-4C71-9988-2A4AFDF67011}"/>
                </a:ext>
              </a:extLst>
            </p:cNvPr>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674;p67">
              <a:extLst>
                <a:ext uri="{FF2B5EF4-FFF2-40B4-BE49-F238E27FC236}">
                  <a16:creationId xmlns:a16="http://schemas.microsoft.com/office/drawing/2014/main" id="{4263457D-46C7-4D86-BCDB-BFE770581950}"/>
                </a:ext>
              </a:extLst>
            </p:cNvPr>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675;p67">
              <a:extLst>
                <a:ext uri="{FF2B5EF4-FFF2-40B4-BE49-F238E27FC236}">
                  <a16:creationId xmlns:a16="http://schemas.microsoft.com/office/drawing/2014/main" id="{FEEEFCA6-1B59-4325-90A1-BE1DECE89BBE}"/>
                </a:ext>
              </a:extLst>
            </p:cNvPr>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676;p67">
              <a:extLst>
                <a:ext uri="{FF2B5EF4-FFF2-40B4-BE49-F238E27FC236}">
                  <a16:creationId xmlns:a16="http://schemas.microsoft.com/office/drawing/2014/main" id="{8DE35057-A54C-43E9-BE70-4AB35C2BA97B}"/>
                </a:ext>
              </a:extLst>
            </p:cNvPr>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677;p67">
              <a:extLst>
                <a:ext uri="{FF2B5EF4-FFF2-40B4-BE49-F238E27FC236}">
                  <a16:creationId xmlns:a16="http://schemas.microsoft.com/office/drawing/2014/main" id="{ACE0EF6A-0912-47D9-9620-2A68712D41BC}"/>
                </a:ext>
              </a:extLst>
            </p:cNvPr>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678;p67">
              <a:extLst>
                <a:ext uri="{FF2B5EF4-FFF2-40B4-BE49-F238E27FC236}">
                  <a16:creationId xmlns:a16="http://schemas.microsoft.com/office/drawing/2014/main" id="{80C70C4A-F654-41A4-B2A4-D963022D2F3A}"/>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ZoneTexte 8">
            <a:extLst>
              <a:ext uri="{FF2B5EF4-FFF2-40B4-BE49-F238E27FC236}">
                <a16:creationId xmlns:a16="http://schemas.microsoft.com/office/drawing/2014/main" id="{56285E60-7C57-496A-80B8-A556BB188F42}"/>
              </a:ext>
            </a:extLst>
          </p:cNvPr>
          <p:cNvSpPr txBox="1"/>
          <p:nvPr/>
        </p:nvSpPr>
        <p:spPr>
          <a:xfrm>
            <a:off x="6052122" y="1672353"/>
            <a:ext cx="2750368" cy="1692771"/>
          </a:xfrm>
          <a:prstGeom prst="rect">
            <a:avLst/>
          </a:prstGeom>
          <a:noFill/>
        </p:spPr>
        <p:txBody>
          <a:bodyPr wrap="square" rtlCol="0">
            <a:spAutoFit/>
          </a:bodyPr>
          <a:lstStyle/>
          <a:p>
            <a:r>
              <a:rPr lang="fr-FR" sz="1800" b="1" dirty="0">
                <a:solidFill>
                  <a:schemeClr val="bg1"/>
                </a:solidFill>
              </a:rPr>
              <a:t>Collaboration avec des industriels pour intégrer la solution dans des véhicules commerciaux</a:t>
            </a:r>
          </a:p>
          <a:p>
            <a:endParaRPr lang="fr-FR" dirty="0"/>
          </a:p>
        </p:txBody>
      </p:sp>
      <p:sp>
        <p:nvSpPr>
          <p:cNvPr id="57" name="Shape 1">
            <a:extLst>
              <a:ext uri="{FF2B5EF4-FFF2-40B4-BE49-F238E27FC236}">
                <a16:creationId xmlns:a16="http://schemas.microsoft.com/office/drawing/2014/main" id="{0B56A562-9BE0-49E2-8F3D-B091FDFDCF1E}"/>
              </a:ext>
            </a:extLst>
          </p:cNvPr>
          <p:cNvSpPr/>
          <p:nvPr/>
        </p:nvSpPr>
        <p:spPr>
          <a:xfrm>
            <a:off x="2271445" y="1610210"/>
            <a:ext cx="3188021" cy="1692771"/>
          </a:xfrm>
          <a:prstGeom prst="roundRect">
            <a:avLst>
              <a:gd name="adj" fmla="val 4572"/>
            </a:avLst>
          </a:prstGeom>
          <a:solidFill>
            <a:srgbClr val="FFA100"/>
          </a:solidFill>
          <a:ln w="7620">
            <a:solidFill>
              <a:srgbClr val="C6BDDA"/>
            </a:solidFill>
            <a:prstDash val="solid"/>
          </a:ln>
        </p:spPr>
        <p:txBody>
          <a:bodyPr/>
          <a:lstStyle/>
          <a:p>
            <a:pPr algn="ctr"/>
            <a:endParaRPr lang="fr-FR" sz="1800" b="1" dirty="0">
              <a:solidFill>
                <a:schemeClr val="bg1"/>
              </a:solidFill>
            </a:endParaRPr>
          </a:p>
        </p:txBody>
      </p:sp>
      <p:sp>
        <p:nvSpPr>
          <p:cNvPr id="66" name="ZoneTexte 65">
            <a:extLst>
              <a:ext uri="{FF2B5EF4-FFF2-40B4-BE49-F238E27FC236}">
                <a16:creationId xmlns:a16="http://schemas.microsoft.com/office/drawing/2014/main" id="{0B88F19F-EDC7-4527-B403-6DB34C9459A1}"/>
              </a:ext>
            </a:extLst>
          </p:cNvPr>
          <p:cNvSpPr txBox="1"/>
          <p:nvPr/>
        </p:nvSpPr>
        <p:spPr>
          <a:xfrm>
            <a:off x="2768588" y="1672353"/>
            <a:ext cx="2750368" cy="1200329"/>
          </a:xfrm>
          <a:prstGeom prst="rect">
            <a:avLst/>
          </a:prstGeom>
          <a:noFill/>
        </p:spPr>
        <p:txBody>
          <a:bodyPr wrap="square" rtlCol="0">
            <a:spAutoFit/>
          </a:bodyPr>
          <a:lstStyle/>
          <a:p>
            <a:r>
              <a:rPr lang="fr-FR" sz="1800" b="1" dirty="0">
                <a:solidFill>
                  <a:schemeClr val="bg1"/>
                </a:solidFill>
              </a:rPr>
              <a:t>Déploiement à grande échelle dans des systèmes ADAS modernes</a:t>
            </a:r>
            <a:endParaRPr lang="fr-FR" dirty="0"/>
          </a:p>
        </p:txBody>
      </p:sp>
      <p:grpSp>
        <p:nvGrpSpPr>
          <p:cNvPr id="67" name="Google Shape;6817;p65">
            <a:extLst>
              <a:ext uri="{FF2B5EF4-FFF2-40B4-BE49-F238E27FC236}">
                <a16:creationId xmlns:a16="http://schemas.microsoft.com/office/drawing/2014/main" id="{619B7686-8671-4530-94EA-E969B002AE6C}"/>
              </a:ext>
            </a:extLst>
          </p:cNvPr>
          <p:cNvGrpSpPr/>
          <p:nvPr/>
        </p:nvGrpSpPr>
        <p:grpSpPr>
          <a:xfrm>
            <a:off x="2376133" y="1763575"/>
            <a:ext cx="356205" cy="356205"/>
            <a:chOff x="-44512325" y="3176075"/>
            <a:chExt cx="300900" cy="300900"/>
          </a:xfrm>
          <a:solidFill>
            <a:srgbClr val="FFFFFF"/>
          </a:solidFill>
        </p:grpSpPr>
        <p:sp>
          <p:nvSpPr>
            <p:cNvPr id="68" name="Google Shape;6818;p65">
              <a:extLst>
                <a:ext uri="{FF2B5EF4-FFF2-40B4-BE49-F238E27FC236}">
                  <a16:creationId xmlns:a16="http://schemas.microsoft.com/office/drawing/2014/main" id="{F0D5D258-3D5E-4926-BF73-0B3F87812F53}"/>
                </a:ext>
              </a:extLst>
            </p:cNvPr>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819;p65">
              <a:extLst>
                <a:ext uri="{FF2B5EF4-FFF2-40B4-BE49-F238E27FC236}">
                  <a16:creationId xmlns:a16="http://schemas.microsoft.com/office/drawing/2014/main" id="{6C678C95-E826-46CA-A11E-F6905DF7EDAF}"/>
                </a:ext>
              </a:extLst>
            </p:cNvPr>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6820;p65">
              <a:extLst>
                <a:ext uri="{FF2B5EF4-FFF2-40B4-BE49-F238E27FC236}">
                  <a16:creationId xmlns:a16="http://schemas.microsoft.com/office/drawing/2014/main" id="{722114D0-9EDD-4367-89D6-72CEE902D35B}"/>
                </a:ext>
              </a:extLst>
            </p:cNvPr>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roupe 24">
            <a:extLst>
              <a:ext uri="{FF2B5EF4-FFF2-40B4-BE49-F238E27FC236}">
                <a16:creationId xmlns:a16="http://schemas.microsoft.com/office/drawing/2014/main" id="{DAD78CFC-C88D-404D-93F6-BCC579C77444}"/>
              </a:ext>
            </a:extLst>
          </p:cNvPr>
          <p:cNvGrpSpPr/>
          <p:nvPr/>
        </p:nvGrpSpPr>
        <p:grpSpPr>
          <a:xfrm>
            <a:off x="0" y="0"/>
            <a:ext cx="598171" cy="601980"/>
            <a:chOff x="-1" y="0"/>
            <a:chExt cx="598171" cy="601980"/>
          </a:xfrm>
          <a:solidFill>
            <a:srgbClr val="FFA100"/>
          </a:solidFill>
        </p:grpSpPr>
        <p:sp>
          <p:nvSpPr>
            <p:cNvPr id="26" name="Forme en L 25">
              <a:extLst>
                <a:ext uri="{FF2B5EF4-FFF2-40B4-BE49-F238E27FC236}">
                  <a16:creationId xmlns:a16="http://schemas.microsoft.com/office/drawing/2014/main" id="{A3F9E0D2-34CE-41F8-BAC9-C37875745E14}"/>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E5C00ABC-FA57-449E-AE08-45A45490C6C0}"/>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1" name="Rectangle 30">
            <a:extLst>
              <a:ext uri="{FF2B5EF4-FFF2-40B4-BE49-F238E27FC236}">
                <a16:creationId xmlns:a16="http://schemas.microsoft.com/office/drawing/2014/main" id="{F6EB3518-5BC7-4398-BEB9-096C93D75661}"/>
              </a:ext>
            </a:extLst>
          </p:cNvPr>
          <p:cNvSpPr/>
          <p:nvPr/>
        </p:nvSpPr>
        <p:spPr>
          <a:xfrm>
            <a:off x="8768715" y="339090"/>
            <a:ext cx="201930" cy="207645"/>
          </a:xfrm>
          <a:prstGeom prst="rect">
            <a:avLst/>
          </a:prstGeom>
          <a:solidFill>
            <a:srgbClr val="FFA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675332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grpSp>
        <p:nvGrpSpPr>
          <p:cNvPr id="25" name="Groupe 24">
            <a:extLst>
              <a:ext uri="{FF2B5EF4-FFF2-40B4-BE49-F238E27FC236}">
                <a16:creationId xmlns:a16="http://schemas.microsoft.com/office/drawing/2014/main" id="{15942856-CC3F-4C38-BE82-B10F562B63A7}"/>
              </a:ext>
            </a:extLst>
          </p:cNvPr>
          <p:cNvGrpSpPr/>
          <p:nvPr/>
        </p:nvGrpSpPr>
        <p:grpSpPr>
          <a:xfrm>
            <a:off x="182655" y="1621210"/>
            <a:ext cx="1444279" cy="1581040"/>
            <a:chOff x="0" y="1474612"/>
            <a:chExt cx="1805234" cy="1983964"/>
          </a:xfrm>
        </p:grpSpPr>
        <p:grpSp>
          <p:nvGrpSpPr>
            <p:cNvPr id="26" name="Group 6">
              <a:extLst>
                <a:ext uri="{FF2B5EF4-FFF2-40B4-BE49-F238E27FC236}">
                  <a16:creationId xmlns:a16="http://schemas.microsoft.com/office/drawing/2014/main" id="{B755AC71-B66A-434F-B7C0-8F03BED0BFA6}"/>
                </a:ext>
              </a:extLst>
            </p:cNvPr>
            <p:cNvGrpSpPr/>
            <p:nvPr/>
          </p:nvGrpSpPr>
          <p:grpSpPr>
            <a:xfrm>
              <a:off x="0" y="1474612"/>
              <a:ext cx="1805234" cy="1392885"/>
              <a:chOff x="1009650" y="2102584"/>
              <a:chExt cx="3678465" cy="2838234"/>
            </a:xfrm>
            <a:solidFill>
              <a:schemeClr val="accent1"/>
            </a:solidFill>
          </p:grpSpPr>
          <p:sp>
            <p:nvSpPr>
              <p:cNvPr id="29" name="Block Arc 3">
                <a:extLst>
                  <a:ext uri="{FF2B5EF4-FFF2-40B4-BE49-F238E27FC236}">
                    <a16:creationId xmlns:a16="http://schemas.microsoft.com/office/drawing/2014/main" id="{CBE0EFE0-501B-44D5-94D0-AAE67AC03AD4}"/>
                  </a:ext>
                </a:extLst>
              </p:cNvPr>
              <p:cNvSpPr/>
              <p:nvPr/>
            </p:nvSpPr>
            <p:spPr>
              <a:xfrm>
                <a:off x="1009650" y="2102584"/>
                <a:ext cx="2838234" cy="2838234"/>
              </a:xfrm>
              <a:prstGeom prst="blockArc">
                <a:avLst>
                  <a:gd name="adj1" fmla="val 21570102"/>
                  <a:gd name="adj2" fmla="val 17581411"/>
                  <a:gd name="adj3" fmla="val 10584"/>
                </a:avLst>
              </a:prstGeom>
              <a:solidFill>
                <a:srgbClr val="FFC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282F39"/>
                  </a:solidFill>
                  <a:latin typeface="Calibri" panose="020F0502020204030204"/>
                </a:endParaRPr>
              </a:p>
            </p:txBody>
          </p:sp>
          <p:sp>
            <p:nvSpPr>
              <p:cNvPr id="30" name="Arrow: Right 5">
                <a:extLst>
                  <a:ext uri="{FF2B5EF4-FFF2-40B4-BE49-F238E27FC236}">
                    <a16:creationId xmlns:a16="http://schemas.microsoft.com/office/drawing/2014/main" id="{8E2B9AF8-DCAA-4B05-819E-87AC310408B4}"/>
                  </a:ext>
                </a:extLst>
              </p:cNvPr>
              <p:cNvSpPr/>
              <p:nvPr/>
            </p:nvSpPr>
            <p:spPr>
              <a:xfrm>
                <a:off x="3541485" y="3216902"/>
                <a:ext cx="1146630" cy="609600"/>
              </a:xfrm>
              <a:prstGeom prst="rightArrow">
                <a:avLst>
                  <a:gd name="adj1" fmla="val 50000"/>
                  <a:gd name="adj2" fmla="val 73810"/>
                </a:avLst>
              </a:prstGeom>
              <a:solidFill>
                <a:srgbClr val="FFC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srgbClr val="92D050"/>
                  </a:solidFill>
                  <a:latin typeface="Calibri" panose="020F0502020204030204"/>
                </a:endParaRPr>
              </a:p>
            </p:txBody>
          </p:sp>
        </p:grpSp>
        <p:sp>
          <p:nvSpPr>
            <p:cNvPr id="27" name="TextBox 18">
              <a:extLst>
                <a:ext uri="{FF2B5EF4-FFF2-40B4-BE49-F238E27FC236}">
                  <a16:creationId xmlns:a16="http://schemas.microsoft.com/office/drawing/2014/main" id="{F1EB094A-A497-4E64-A153-7682196DEB12}"/>
                </a:ext>
              </a:extLst>
            </p:cNvPr>
            <p:cNvSpPr txBox="1"/>
            <p:nvPr/>
          </p:nvSpPr>
          <p:spPr>
            <a:xfrm>
              <a:off x="16556" y="1533802"/>
              <a:ext cx="1325966" cy="1274502"/>
            </a:xfrm>
            <a:prstGeom prst="rect">
              <a:avLst/>
            </a:prstGeom>
            <a:noFill/>
          </p:spPr>
          <p:txBody>
            <a:bodyPr wrap="square" rtlCol="0">
              <a:spAutoFit/>
            </a:bodyPr>
            <a:lstStyle/>
            <a:p>
              <a:pPr algn="ctr" defTabSz="685800">
                <a:buClrTx/>
                <a:defRPr/>
              </a:pPr>
              <a:r>
                <a:rPr lang="en-GB" sz="6000" b="1" kern="1200" dirty="0">
                  <a:solidFill>
                    <a:srgbClr val="FFC202"/>
                  </a:solidFill>
                  <a:latin typeface="Open Sans" panose="020B0606030504020204" pitchFamily="34" charset="0"/>
                  <a:ea typeface="Noto Sans" panose="020B0502040504020204" pitchFamily="34"/>
                  <a:cs typeface="Noto Sans" panose="020B0502040504020204" pitchFamily="34"/>
                </a:rPr>
                <a:t>8</a:t>
              </a:r>
              <a:endParaRPr lang="en-GB" sz="6000" b="1" kern="1200" dirty="0">
                <a:solidFill>
                  <a:srgbClr val="FFC202"/>
                </a:solidFill>
                <a:latin typeface="Noto Sans" panose="020B0502040504020204" pitchFamily="34"/>
                <a:ea typeface="Noto Sans" panose="020B0502040504020204" pitchFamily="34"/>
                <a:cs typeface="Noto Sans" panose="020B0502040504020204" pitchFamily="34"/>
              </a:endParaRPr>
            </a:p>
          </p:txBody>
        </p:sp>
        <p:sp>
          <p:nvSpPr>
            <p:cNvPr id="28" name="TextBox 28" descr="Introduction&#10;">
              <a:extLst>
                <a:ext uri="{FF2B5EF4-FFF2-40B4-BE49-F238E27FC236}">
                  <a16:creationId xmlns:a16="http://schemas.microsoft.com/office/drawing/2014/main" id="{E7CFB9DA-D41C-4061-8DF6-6429B8B6D37F}"/>
                </a:ext>
                <a:ext uri="{C183D7F6-B498-43B3-948B-1728B52AA6E4}">
                  <adec:decorative xmlns:adec="http://schemas.microsoft.com/office/drawing/2017/decorative" val="0"/>
                </a:ext>
              </a:extLst>
            </p:cNvPr>
            <p:cNvSpPr txBox="1"/>
            <p:nvPr/>
          </p:nvSpPr>
          <p:spPr>
            <a:xfrm>
              <a:off x="129768" y="3033742"/>
              <a:ext cx="1639193" cy="424834"/>
            </a:xfrm>
            <a:prstGeom prst="rect">
              <a:avLst/>
            </a:prstGeom>
            <a:noFill/>
          </p:spPr>
          <p:txBody>
            <a:bodyPr wrap="square" rtlCol="0">
              <a:spAutoFit/>
            </a:bodyPr>
            <a:lstStyle/>
            <a:p>
              <a:pPr algn="just" defTabSz="685800">
                <a:buClrTx/>
                <a:defRPr/>
              </a:pPr>
              <a:r>
                <a:rPr lang="en-GB" sz="1600" b="1" kern="1200" dirty="0">
                  <a:latin typeface="Noto Sans" panose="020B0502040504020204" pitchFamily="34"/>
                  <a:ea typeface="Noto Sans" panose="020B0502040504020204" pitchFamily="34"/>
                  <a:cs typeface="Noto Sans" panose="020B0502040504020204" pitchFamily="34"/>
                </a:rPr>
                <a:t>Conclusion</a:t>
              </a:r>
            </a:p>
          </p:txBody>
        </p:sp>
      </p:grpSp>
      <p:sp>
        <p:nvSpPr>
          <p:cNvPr id="2" name="ZoneTexte 1">
            <a:extLst>
              <a:ext uri="{FF2B5EF4-FFF2-40B4-BE49-F238E27FC236}">
                <a16:creationId xmlns:a16="http://schemas.microsoft.com/office/drawing/2014/main" id="{76CEAEE7-6C36-4F1E-910D-ED7B445B40FC}"/>
              </a:ext>
            </a:extLst>
          </p:cNvPr>
          <p:cNvSpPr txBox="1"/>
          <p:nvPr/>
        </p:nvSpPr>
        <p:spPr>
          <a:xfrm>
            <a:off x="2189994" y="1288472"/>
            <a:ext cx="6086465" cy="2246769"/>
          </a:xfrm>
          <a:prstGeom prst="rect">
            <a:avLst/>
          </a:prstGeom>
          <a:noFill/>
        </p:spPr>
        <p:txBody>
          <a:bodyPr wrap="square" rtlCol="0">
            <a:spAutoFit/>
          </a:bodyPr>
          <a:lstStyle/>
          <a:p>
            <a:pPr algn="just"/>
            <a:r>
              <a:rPr lang="fr-FR" b="1" dirty="0"/>
              <a:t>Ce projet a permis de développer un système ADAS embarqué capable de détecter en temps réel les signes de fatigue chez le conducteur. Grâce à l’utilisation de technologies comme </a:t>
            </a:r>
            <a:r>
              <a:rPr lang="fr-FR" b="1" dirty="0" err="1"/>
              <a:t>MediaPipe</a:t>
            </a:r>
            <a:r>
              <a:rPr lang="fr-FR" b="1" dirty="0"/>
              <a:t>, </a:t>
            </a:r>
            <a:r>
              <a:rPr lang="fr-FR" b="1" dirty="0" err="1"/>
              <a:t>OpenCV</a:t>
            </a:r>
            <a:r>
              <a:rPr lang="fr-FR" b="1" dirty="0"/>
              <a:t> et le Raspberry Pi, nous avons pu surveiller plusieurs indicateurs physiologiques tels que les clignements, les bâillements et le rythme cardiaque. Les tests réalisés ont montré des résultats encourageants dans différents environnements. Ce travail montre qu’il est possible de contribuer à la sécurité routière avec une solution simple, économique et efficace, qui peut être améliorée et intégrée à plus grande échelle.</a:t>
            </a:r>
          </a:p>
        </p:txBody>
      </p:sp>
      <p:grpSp>
        <p:nvGrpSpPr>
          <p:cNvPr id="9" name="Groupe 8">
            <a:extLst>
              <a:ext uri="{FF2B5EF4-FFF2-40B4-BE49-F238E27FC236}">
                <a16:creationId xmlns:a16="http://schemas.microsoft.com/office/drawing/2014/main" id="{238914D4-29F6-4CB7-BE8C-D2B61FEC2C7C}"/>
              </a:ext>
            </a:extLst>
          </p:cNvPr>
          <p:cNvGrpSpPr/>
          <p:nvPr/>
        </p:nvGrpSpPr>
        <p:grpSpPr>
          <a:xfrm>
            <a:off x="0" y="0"/>
            <a:ext cx="598171" cy="601980"/>
            <a:chOff x="-1" y="0"/>
            <a:chExt cx="598171" cy="601980"/>
          </a:xfrm>
          <a:solidFill>
            <a:srgbClr val="FFC202"/>
          </a:solidFill>
        </p:grpSpPr>
        <p:sp>
          <p:nvSpPr>
            <p:cNvPr id="10" name="Forme en L 9">
              <a:extLst>
                <a:ext uri="{FF2B5EF4-FFF2-40B4-BE49-F238E27FC236}">
                  <a16:creationId xmlns:a16="http://schemas.microsoft.com/office/drawing/2014/main" id="{779661EE-1FDD-4022-95E9-7DFF0B80F44E}"/>
                </a:ext>
              </a:extLst>
            </p:cNvPr>
            <p:cNvSpPr/>
            <p:nvPr/>
          </p:nvSpPr>
          <p:spPr>
            <a:xfrm rot="5400000">
              <a:off x="-2858" y="200978"/>
              <a:ext cx="403859" cy="398145"/>
            </a:xfrm>
            <a:prstGeom prst="corner">
              <a:avLst>
                <a:gd name="adj1" fmla="val 50000"/>
                <a:gd name="adj2" fmla="val 495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4629928C-CC06-49EB-822E-BAAC74A47CB0}"/>
                </a:ext>
              </a:extLst>
            </p:cNvPr>
            <p:cNvSpPr/>
            <p:nvPr/>
          </p:nvSpPr>
          <p:spPr>
            <a:xfrm>
              <a:off x="0" y="0"/>
              <a:ext cx="598170" cy="198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2" name="Rectangle 11">
            <a:extLst>
              <a:ext uri="{FF2B5EF4-FFF2-40B4-BE49-F238E27FC236}">
                <a16:creationId xmlns:a16="http://schemas.microsoft.com/office/drawing/2014/main" id="{D4FF7C57-F255-48BD-86D8-43F060171613}"/>
              </a:ext>
            </a:extLst>
          </p:cNvPr>
          <p:cNvSpPr/>
          <p:nvPr/>
        </p:nvSpPr>
        <p:spPr>
          <a:xfrm>
            <a:off x="8768715" y="339090"/>
            <a:ext cx="201930" cy="207645"/>
          </a:xfrm>
          <a:prstGeom prst="rect">
            <a:avLst/>
          </a:prstGeom>
          <a:solidFill>
            <a:srgbClr val="FFC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4074418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4"/>
          <p:cNvSpPr txBox="1">
            <a:spLocks noGrp="1"/>
          </p:cNvSpPr>
          <p:nvPr>
            <p:ph type="title"/>
          </p:nvPr>
        </p:nvSpPr>
        <p:spPr>
          <a:xfrm>
            <a:off x="479209" y="945853"/>
            <a:ext cx="8185582" cy="257860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Merci pour votre attention</a:t>
            </a:r>
            <a:endParaRPr dirty="0"/>
          </a:p>
        </p:txBody>
      </p:sp>
      <p:grpSp>
        <p:nvGrpSpPr>
          <p:cNvPr id="347" name="Google Shape;347;p34"/>
          <p:cNvGrpSpPr/>
          <p:nvPr/>
        </p:nvGrpSpPr>
        <p:grpSpPr>
          <a:xfrm>
            <a:off x="713433" y="4324213"/>
            <a:ext cx="559567" cy="559567"/>
            <a:chOff x="4070875" y="2223025"/>
            <a:chExt cx="464950" cy="464950"/>
          </a:xfrm>
        </p:grpSpPr>
        <p:sp>
          <p:nvSpPr>
            <p:cNvPr id="348" name="Google Shape;348;p34"/>
            <p:cNvSpPr/>
            <p:nvPr/>
          </p:nvSpPr>
          <p:spPr>
            <a:xfrm>
              <a:off x="4070875" y="2223025"/>
              <a:ext cx="464950" cy="464950"/>
            </a:xfrm>
            <a:custGeom>
              <a:avLst/>
              <a:gdLst/>
              <a:ahLst/>
              <a:cxnLst/>
              <a:rect l="l" t="t" r="r" b="b"/>
              <a:pathLst>
                <a:path w="18598" h="18598" extrusionOk="0">
                  <a:moveTo>
                    <a:pt x="9290" y="0"/>
                  </a:moveTo>
                  <a:cubicBezTo>
                    <a:pt x="4164" y="0"/>
                    <a:pt x="1" y="4164"/>
                    <a:pt x="1" y="9289"/>
                  </a:cubicBezTo>
                  <a:cubicBezTo>
                    <a:pt x="1" y="14434"/>
                    <a:pt x="4164" y="18597"/>
                    <a:pt x="9290" y="18597"/>
                  </a:cubicBezTo>
                  <a:cubicBezTo>
                    <a:pt x="14435" y="18597"/>
                    <a:pt x="18598" y="14434"/>
                    <a:pt x="18598" y="9289"/>
                  </a:cubicBezTo>
                  <a:cubicBezTo>
                    <a:pt x="18598" y="4164"/>
                    <a:pt x="14435" y="0"/>
                    <a:pt x="9290" y="0"/>
                  </a:cubicBezTo>
                  <a:close/>
                </a:path>
              </a:pathLst>
            </a:custGeom>
            <a:solidFill>
              <a:srgbClr val="FACE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4"/>
            <p:cNvSpPr/>
            <p:nvPr/>
          </p:nvSpPr>
          <p:spPr>
            <a:xfrm>
              <a:off x="4187250" y="2339375"/>
              <a:ext cx="232225" cy="232250"/>
            </a:xfrm>
            <a:custGeom>
              <a:avLst/>
              <a:gdLst/>
              <a:ahLst/>
              <a:cxnLst/>
              <a:rect l="l" t="t" r="r" b="b"/>
              <a:pathLst>
                <a:path w="9289" h="9290" extrusionOk="0">
                  <a:moveTo>
                    <a:pt x="4635" y="1"/>
                  </a:moveTo>
                  <a:cubicBezTo>
                    <a:pt x="2082" y="1"/>
                    <a:pt x="0" y="2082"/>
                    <a:pt x="0" y="4635"/>
                  </a:cubicBezTo>
                  <a:cubicBezTo>
                    <a:pt x="0" y="7208"/>
                    <a:pt x="2082" y="9289"/>
                    <a:pt x="4635" y="9289"/>
                  </a:cubicBezTo>
                  <a:cubicBezTo>
                    <a:pt x="7207" y="9289"/>
                    <a:pt x="9289" y="7208"/>
                    <a:pt x="9289" y="4635"/>
                  </a:cubicBezTo>
                  <a:cubicBezTo>
                    <a:pt x="9289" y="2082"/>
                    <a:pt x="7207" y="1"/>
                    <a:pt x="4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Automobile Manufacturing Business Plan by Slidesgo">
  <a:themeElements>
    <a:clrScheme name="Simple Light">
      <a:dk1>
        <a:srgbClr val="191919"/>
      </a:dk1>
      <a:lt1>
        <a:srgbClr val="FFFFFF"/>
      </a:lt1>
      <a:dk2>
        <a:srgbClr val="FACE01"/>
      </a:dk2>
      <a:lt2>
        <a:srgbClr val="DEDCDC"/>
      </a:lt2>
      <a:accent1>
        <a:srgbClr val="999999"/>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3964</TotalTime>
  <Words>1028</Words>
  <Application>Microsoft Office PowerPoint</Application>
  <PresentationFormat>Affichage à l'écran (16:9)</PresentationFormat>
  <Paragraphs>222</Paragraphs>
  <Slides>24</Slides>
  <Notes>24</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24</vt:i4>
      </vt:variant>
    </vt:vector>
  </HeadingPairs>
  <TitlesOfParts>
    <vt:vector size="32" baseType="lpstr">
      <vt:lpstr>Calibri</vt:lpstr>
      <vt:lpstr>Noto Sans</vt:lpstr>
      <vt:lpstr>Bebas Neue</vt:lpstr>
      <vt:lpstr>Arial</vt:lpstr>
      <vt:lpstr>Open Sans</vt:lpstr>
      <vt:lpstr>Raleway Black</vt:lpstr>
      <vt:lpstr>Mulish</vt:lpstr>
      <vt:lpstr>Automobile Manufacturing Business Plan by Slidesgo</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AUTOMOBILE MANUFACTURING BUSINESS PLAN</dc:title>
  <dc:creator>Anouar El Bouzaidi</dc:creator>
  <cp:lastModifiedBy>Anouar EL</cp:lastModifiedBy>
  <cp:revision>148</cp:revision>
  <dcterms:modified xsi:type="dcterms:W3CDTF">2026-10-01T12:00:32Z</dcterms:modified>
</cp:coreProperties>
</file>